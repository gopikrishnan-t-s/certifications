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0" r:id="rId4"/>
    <p:sldMasterId id="2147483658" r:id="rId5"/>
  </p:sldMasterIdLst>
  <p:notesMasterIdLst>
    <p:notesMasterId r:id="rId23"/>
  </p:notesMasterIdLst>
  <p:handoutMasterIdLst>
    <p:handoutMasterId r:id="rId24"/>
  </p:handoutMasterIdLst>
  <p:sldIdLst>
    <p:sldId id="896" r:id="rId6"/>
    <p:sldId id="900" r:id="rId7"/>
    <p:sldId id="901" r:id="rId8"/>
    <p:sldId id="907" r:id="rId9"/>
    <p:sldId id="908" r:id="rId10"/>
    <p:sldId id="897" r:id="rId11"/>
    <p:sldId id="898" r:id="rId12"/>
    <p:sldId id="899" r:id="rId13"/>
    <p:sldId id="902" r:id="rId14"/>
    <p:sldId id="903" r:id="rId15"/>
    <p:sldId id="905" r:id="rId16"/>
    <p:sldId id="906" r:id="rId17"/>
    <p:sldId id="912" r:id="rId18"/>
    <p:sldId id="909" r:id="rId19"/>
    <p:sldId id="910" r:id="rId20"/>
    <p:sldId id="911" r:id="rId21"/>
    <p:sldId id="3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F0C6297-37A7-4E3C-8495-1D87519162F9}">
          <p14:sldIdLst>
            <p14:sldId id="896"/>
            <p14:sldId id="900"/>
            <p14:sldId id="901"/>
            <p14:sldId id="907"/>
            <p14:sldId id="908"/>
            <p14:sldId id="897"/>
            <p14:sldId id="898"/>
            <p14:sldId id="899"/>
            <p14:sldId id="902"/>
            <p14:sldId id="903"/>
            <p14:sldId id="905"/>
            <p14:sldId id="906"/>
            <p14:sldId id="912"/>
            <p14:sldId id="909"/>
            <p14:sldId id="910"/>
            <p14:sldId id="911"/>
            <p14:sldId id="37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arendranath, A." initials="NA" lastIdx="6" clrIdx="0">
    <p:extLst>
      <p:ext uri="{19B8F6BF-5375-455C-9EA6-DF929625EA0E}">
        <p15:presenceInfo xmlns:p15="http://schemas.microsoft.com/office/powerpoint/2012/main" userId="S::a.narendranath@accenture.com::318cd460-4ad9-4520-a37b-60478c6c5a0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3E42"/>
    <a:srgbClr val="E6E6DC"/>
    <a:srgbClr val="A100FF"/>
    <a:srgbClr val="7500C0"/>
    <a:srgbClr val="96968C"/>
    <a:srgbClr val="BE82FF"/>
    <a:srgbClr val="B455AA"/>
    <a:srgbClr val="46009B"/>
    <a:srgbClr val="5E686E"/>
    <a:srgbClr val="7E00FF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A01163-F662-49E1-AC69-9F3824017A38}" v="4" dt="2024-12-17T12:58:07.075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9487" autoAdjust="0"/>
  </p:normalViewPr>
  <p:slideViewPr>
    <p:cSldViewPr snapToGrid="0">
      <p:cViewPr varScale="1">
        <p:scale>
          <a:sx n="65" d="100"/>
          <a:sy n="65" d="100"/>
        </p:scale>
        <p:origin x="13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1244" y="-1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dra Sekar, Shakila" userId="1c3af745-d846-4ae5-8493-40c0b103d02d" providerId="ADAL" clId="{90A01163-F662-49E1-AC69-9F3824017A38}"/>
    <pc:docChg chg="undo custSel addSld delSld modSld modSection">
      <pc:chgData name="Chandra Sekar, Shakila" userId="1c3af745-d846-4ae5-8493-40c0b103d02d" providerId="ADAL" clId="{90A01163-F662-49E1-AC69-9F3824017A38}" dt="2024-12-17T12:59:03.907" v="80" actId="20577"/>
      <pc:docMkLst>
        <pc:docMk/>
      </pc:docMkLst>
      <pc:sldChg chg="modSp mod">
        <pc:chgData name="Chandra Sekar, Shakila" userId="1c3af745-d846-4ae5-8493-40c0b103d02d" providerId="ADAL" clId="{90A01163-F662-49E1-AC69-9F3824017A38}" dt="2024-12-17T12:59:03.907" v="80" actId="20577"/>
        <pc:sldMkLst>
          <pc:docMk/>
          <pc:sldMk cId="3744883931" sldId="896"/>
        </pc:sldMkLst>
        <pc:spChg chg="mod">
          <ac:chgData name="Chandra Sekar, Shakila" userId="1c3af745-d846-4ae5-8493-40c0b103d02d" providerId="ADAL" clId="{90A01163-F662-49E1-AC69-9F3824017A38}" dt="2024-12-17T12:59:03.907" v="80" actId="20577"/>
          <ac:spMkLst>
            <pc:docMk/>
            <pc:sldMk cId="3744883931" sldId="896"/>
            <ac:spMk id="4" creationId="{1087EC23-54D3-429A-A8B4-DC4530F2A5D4}"/>
          </ac:spMkLst>
        </pc:spChg>
      </pc:sldChg>
      <pc:sldChg chg="addSp delSp modSp mod">
        <pc:chgData name="Chandra Sekar, Shakila" userId="1c3af745-d846-4ae5-8493-40c0b103d02d" providerId="ADAL" clId="{90A01163-F662-49E1-AC69-9F3824017A38}" dt="2024-12-17T12:46:17.168" v="8" actId="478"/>
        <pc:sldMkLst>
          <pc:docMk/>
          <pc:sldMk cId="3819713367" sldId="900"/>
        </pc:sldMkLst>
        <pc:spChg chg="del">
          <ac:chgData name="Chandra Sekar, Shakila" userId="1c3af745-d846-4ae5-8493-40c0b103d02d" providerId="ADAL" clId="{90A01163-F662-49E1-AC69-9F3824017A38}" dt="2024-12-17T12:46:09.277" v="6" actId="478"/>
          <ac:spMkLst>
            <pc:docMk/>
            <pc:sldMk cId="3819713367" sldId="900"/>
            <ac:spMk id="9" creationId="{32E95B8E-F957-41C6-9495-A6AB4EC6F7D7}"/>
          </ac:spMkLst>
        </pc:spChg>
        <pc:spChg chg="del">
          <ac:chgData name="Chandra Sekar, Shakila" userId="1c3af745-d846-4ae5-8493-40c0b103d02d" providerId="ADAL" clId="{90A01163-F662-49E1-AC69-9F3824017A38}" dt="2024-12-17T12:46:09.277" v="6" actId="478"/>
          <ac:spMkLst>
            <pc:docMk/>
            <pc:sldMk cId="3819713367" sldId="900"/>
            <ac:spMk id="10" creationId="{1755C3EC-8E55-0171-0AE6-EEDF9D843BEA}"/>
          </ac:spMkLst>
        </pc:spChg>
        <pc:spChg chg="del">
          <ac:chgData name="Chandra Sekar, Shakila" userId="1c3af745-d846-4ae5-8493-40c0b103d02d" providerId="ADAL" clId="{90A01163-F662-49E1-AC69-9F3824017A38}" dt="2024-12-17T12:46:09.277" v="6" actId="478"/>
          <ac:spMkLst>
            <pc:docMk/>
            <pc:sldMk cId="3819713367" sldId="900"/>
            <ac:spMk id="11" creationId="{DC547F78-486D-5D36-200D-32619DDA0F1B}"/>
          </ac:spMkLst>
        </pc:spChg>
        <pc:spChg chg="del">
          <ac:chgData name="Chandra Sekar, Shakila" userId="1c3af745-d846-4ae5-8493-40c0b103d02d" providerId="ADAL" clId="{90A01163-F662-49E1-AC69-9F3824017A38}" dt="2024-12-17T12:46:09.277" v="6" actId="478"/>
          <ac:spMkLst>
            <pc:docMk/>
            <pc:sldMk cId="3819713367" sldId="900"/>
            <ac:spMk id="16" creationId="{61B2F149-ED76-564A-DEAF-D3EB10A3F840}"/>
          </ac:spMkLst>
        </pc:spChg>
        <pc:spChg chg="add del mod">
          <ac:chgData name="Chandra Sekar, Shakila" userId="1c3af745-d846-4ae5-8493-40c0b103d02d" providerId="ADAL" clId="{90A01163-F662-49E1-AC69-9F3824017A38}" dt="2024-12-17T12:46:17.168" v="8" actId="478"/>
          <ac:spMkLst>
            <pc:docMk/>
            <pc:sldMk cId="3819713367" sldId="900"/>
            <ac:spMk id="19" creationId="{48CFC944-8C45-700B-F0B8-9EFFA4EF4AF7}"/>
          </ac:spMkLst>
        </pc:spChg>
        <pc:spChg chg="add del mod">
          <ac:chgData name="Chandra Sekar, Shakila" userId="1c3af745-d846-4ae5-8493-40c0b103d02d" providerId="ADAL" clId="{90A01163-F662-49E1-AC69-9F3824017A38}" dt="2024-12-17T12:46:17.168" v="8" actId="478"/>
          <ac:spMkLst>
            <pc:docMk/>
            <pc:sldMk cId="3819713367" sldId="900"/>
            <ac:spMk id="22" creationId="{3C2057E3-1838-30DE-8F4A-61D42999C1CD}"/>
          </ac:spMkLst>
        </pc:spChg>
        <pc:spChg chg="add del mod">
          <ac:chgData name="Chandra Sekar, Shakila" userId="1c3af745-d846-4ae5-8493-40c0b103d02d" providerId="ADAL" clId="{90A01163-F662-49E1-AC69-9F3824017A38}" dt="2024-12-17T12:46:17.168" v="8" actId="478"/>
          <ac:spMkLst>
            <pc:docMk/>
            <pc:sldMk cId="3819713367" sldId="900"/>
            <ac:spMk id="24" creationId="{C4F9B4D9-5F98-BEE9-F34C-27D1FABD2F7E}"/>
          </ac:spMkLst>
        </pc:spChg>
        <pc:picChg chg="del">
          <ac:chgData name="Chandra Sekar, Shakila" userId="1c3af745-d846-4ae5-8493-40c0b103d02d" providerId="ADAL" clId="{90A01163-F662-49E1-AC69-9F3824017A38}" dt="2024-12-17T12:46:11.741" v="7" actId="478"/>
          <ac:picMkLst>
            <pc:docMk/>
            <pc:sldMk cId="3819713367" sldId="900"/>
            <ac:picMk id="25" creationId="{9E546890-FCA0-907F-2843-0D7679081468}"/>
          </ac:picMkLst>
        </pc:picChg>
      </pc:sldChg>
      <pc:sldChg chg="addSp delSp modSp mod">
        <pc:chgData name="Chandra Sekar, Shakila" userId="1c3af745-d846-4ae5-8493-40c0b103d02d" providerId="ADAL" clId="{90A01163-F662-49E1-AC69-9F3824017A38}" dt="2024-12-17T12:45:52.949" v="5" actId="478"/>
        <pc:sldMkLst>
          <pc:docMk/>
          <pc:sldMk cId="668348184" sldId="901"/>
        </pc:sldMkLst>
        <pc:spChg chg="del">
          <ac:chgData name="Chandra Sekar, Shakila" userId="1c3af745-d846-4ae5-8493-40c0b103d02d" providerId="ADAL" clId="{90A01163-F662-49E1-AC69-9F3824017A38}" dt="2024-12-17T12:45:45.790" v="3" actId="478"/>
          <ac:spMkLst>
            <pc:docMk/>
            <pc:sldMk cId="668348184" sldId="901"/>
            <ac:spMk id="9" creationId="{32E95B8E-F957-41C6-9495-A6AB4EC6F7D7}"/>
          </ac:spMkLst>
        </pc:spChg>
        <pc:spChg chg="del">
          <ac:chgData name="Chandra Sekar, Shakila" userId="1c3af745-d846-4ae5-8493-40c0b103d02d" providerId="ADAL" clId="{90A01163-F662-49E1-AC69-9F3824017A38}" dt="2024-12-17T12:45:45.790" v="3" actId="478"/>
          <ac:spMkLst>
            <pc:docMk/>
            <pc:sldMk cId="668348184" sldId="901"/>
            <ac:spMk id="10" creationId="{1755C3EC-8E55-0171-0AE6-EEDF9D843BEA}"/>
          </ac:spMkLst>
        </pc:spChg>
        <pc:spChg chg="del">
          <ac:chgData name="Chandra Sekar, Shakila" userId="1c3af745-d846-4ae5-8493-40c0b103d02d" providerId="ADAL" clId="{90A01163-F662-49E1-AC69-9F3824017A38}" dt="2024-12-17T12:45:45.790" v="3" actId="478"/>
          <ac:spMkLst>
            <pc:docMk/>
            <pc:sldMk cId="668348184" sldId="901"/>
            <ac:spMk id="11" creationId="{DC547F78-486D-5D36-200D-32619DDA0F1B}"/>
          </ac:spMkLst>
        </pc:spChg>
        <pc:spChg chg="add del">
          <ac:chgData name="Chandra Sekar, Shakila" userId="1c3af745-d846-4ae5-8493-40c0b103d02d" providerId="ADAL" clId="{90A01163-F662-49E1-AC69-9F3824017A38}" dt="2024-12-17T12:45:40.535" v="2" actId="478"/>
          <ac:spMkLst>
            <pc:docMk/>
            <pc:sldMk cId="668348184" sldId="901"/>
            <ac:spMk id="16" creationId="{61B2F149-ED76-564A-DEAF-D3EB10A3F840}"/>
          </ac:spMkLst>
        </pc:spChg>
        <pc:spChg chg="add del mod">
          <ac:chgData name="Chandra Sekar, Shakila" userId="1c3af745-d846-4ae5-8493-40c0b103d02d" providerId="ADAL" clId="{90A01163-F662-49E1-AC69-9F3824017A38}" dt="2024-12-17T12:45:50.436" v="4" actId="478"/>
          <ac:spMkLst>
            <pc:docMk/>
            <pc:sldMk cId="668348184" sldId="901"/>
            <ac:spMk id="18" creationId="{56984859-F0E7-F9A3-6511-462A4294580A}"/>
          </ac:spMkLst>
        </pc:spChg>
        <pc:spChg chg="add del mod">
          <ac:chgData name="Chandra Sekar, Shakila" userId="1c3af745-d846-4ae5-8493-40c0b103d02d" providerId="ADAL" clId="{90A01163-F662-49E1-AC69-9F3824017A38}" dt="2024-12-17T12:45:50.436" v="4" actId="478"/>
          <ac:spMkLst>
            <pc:docMk/>
            <pc:sldMk cId="668348184" sldId="901"/>
            <ac:spMk id="21" creationId="{E28D4ECB-20E2-213F-AC6D-2A4DC05EEF7B}"/>
          </ac:spMkLst>
        </pc:spChg>
        <pc:spChg chg="add del mod">
          <ac:chgData name="Chandra Sekar, Shakila" userId="1c3af745-d846-4ae5-8493-40c0b103d02d" providerId="ADAL" clId="{90A01163-F662-49E1-AC69-9F3824017A38}" dt="2024-12-17T12:45:50.436" v="4" actId="478"/>
          <ac:spMkLst>
            <pc:docMk/>
            <pc:sldMk cId="668348184" sldId="901"/>
            <ac:spMk id="24" creationId="{393558F6-DFCE-9866-0BD7-99C33D740375}"/>
          </ac:spMkLst>
        </pc:spChg>
        <pc:picChg chg="del">
          <ac:chgData name="Chandra Sekar, Shakila" userId="1c3af745-d846-4ae5-8493-40c0b103d02d" providerId="ADAL" clId="{90A01163-F662-49E1-AC69-9F3824017A38}" dt="2024-12-17T12:45:52.949" v="5" actId="478"/>
          <ac:picMkLst>
            <pc:docMk/>
            <pc:sldMk cId="668348184" sldId="901"/>
            <ac:picMk id="25" creationId="{2296622B-A4EA-B9E3-AECA-28B300D34A00}"/>
          </ac:picMkLst>
        </pc:picChg>
      </pc:sldChg>
      <pc:sldChg chg="addSp delSp modSp mod">
        <pc:chgData name="Chandra Sekar, Shakila" userId="1c3af745-d846-4ae5-8493-40c0b103d02d" providerId="ADAL" clId="{90A01163-F662-49E1-AC69-9F3824017A38}" dt="2024-12-17T12:49:43.013" v="34" actId="478"/>
        <pc:sldMkLst>
          <pc:docMk/>
          <pc:sldMk cId="3727164456" sldId="902"/>
        </pc:sldMkLst>
        <pc:spChg chg="del">
          <ac:chgData name="Chandra Sekar, Shakila" userId="1c3af745-d846-4ae5-8493-40c0b103d02d" providerId="ADAL" clId="{90A01163-F662-49E1-AC69-9F3824017A38}" dt="2024-12-17T12:49:34.587" v="32" actId="478"/>
          <ac:spMkLst>
            <pc:docMk/>
            <pc:sldMk cId="3727164456" sldId="902"/>
            <ac:spMk id="6" creationId="{7A3FD67A-E272-724A-BD10-8950C3D568A2}"/>
          </ac:spMkLst>
        </pc:spChg>
        <pc:spChg chg="del">
          <ac:chgData name="Chandra Sekar, Shakila" userId="1c3af745-d846-4ae5-8493-40c0b103d02d" providerId="ADAL" clId="{90A01163-F662-49E1-AC69-9F3824017A38}" dt="2024-12-17T12:49:34.587" v="32" actId="478"/>
          <ac:spMkLst>
            <pc:docMk/>
            <pc:sldMk cId="3727164456" sldId="902"/>
            <ac:spMk id="7" creationId="{AE390EFF-FB82-3A6C-4420-92C391FCA733}"/>
          </ac:spMkLst>
        </pc:spChg>
        <pc:spChg chg="del">
          <ac:chgData name="Chandra Sekar, Shakila" userId="1c3af745-d846-4ae5-8493-40c0b103d02d" providerId="ADAL" clId="{90A01163-F662-49E1-AC69-9F3824017A38}" dt="2024-12-17T12:49:34.587" v="32" actId="478"/>
          <ac:spMkLst>
            <pc:docMk/>
            <pc:sldMk cId="3727164456" sldId="902"/>
            <ac:spMk id="8" creationId="{229A00AD-3C95-5D98-086C-63A715CC6697}"/>
          </ac:spMkLst>
        </pc:spChg>
        <pc:spChg chg="del">
          <ac:chgData name="Chandra Sekar, Shakila" userId="1c3af745-d846-4ae5-8493-40c0b103d02d" providerId="ADAL" clId="{90A01163-F662-49E1-AC69-9F3824017A38}" dt="2024-12-17T12:49:34.587" v="32" actId="478"/>
          <ac:spMkLst>
            <pc:docMk/>
            <pc:sldMk cId="3727164456" sldId="902"/>
            <ac:spMk id="9" creationId="{32E95B8E-F957-41C6-9495-A6AB4EC6F7D7}"/>
          </ac:spMkLst>
        </pc:spChg>
        <pc:spChg chg="del">
          <ac:chgData name="Chandra Sekar, Shakila" userId="1c3af745-d846-4ae5-8493-40c0b103d02d" providerId="ADAL" clId="{90A01163-F662-49E1-AC69-9F3824017A38}" dt="2024-12-17T12:49:34.587" v="32" actId="478"/>
          <ac:spMkLst>
            <pc:docMk/>
            <pc:sldMk cId="3727164456" sldId="902"/>
            <ac:spMk id="10" creationId="{1755C3EC-8E55-0171-0AE6-EEDF9D843BEA}"/>
          </ac:spMkLst>
        </pc:spChg>
        <pc:spChg chg="del">
          <ac:chgData name="Chandra Sekar, Shakila" userId="1c3af745-d846-4ae5-8493-40c0b103d02d" providerId="ADAL" clId="{90A01163-F662-49E1-AC69-9F3824017A38}" dt="2024-12-17T12:49:34.587" v="32" actId="478"/>
          <ac:spMkLst>
            <pc:docMk/>
            <pc:sldMk cId="3727164456" sldId="902"/>
            <ac:spMk id="11" creationId="{DC547F78-486D-5D36-200D-32619DDA0F1B}"/>
          </ac:spMkLst>
        </pc:spChg>
        <pc:spChg chg="del">
          <ac:chgData name="Chandra Sekar, Shakila" userId="1c3af745-d846-4ae5-8493-40c0b103d02d" providerId="ADAL" clId="{90A01163-F662-49E1-AC69-9F3824017A38}" dt="2024-12-17T12:49:34.587" v="32" actId="478"/>
          <ac:spMkLst>
            <pc:docMk/>
            <pc:sldMk cId="3727164456" sldId="902"/>
            <ac:spMk id="15" creationId="{ED5E02F1-1554-6150-05C4-78B26DEA7EB6}"/>
          </ac:spMkLst>
        </pc:spChg>
        <pc:spChg chg="del">
          <ac:chgData name="Chandra Sekar, Shakila" userId="1c3af745-d846-4ae5-8493-40c0b103d02d" providerId="ADAL" clId="{90A01163-F662-49E1-AC69-9F3824017A38}" dt="2024-12-17T12:49:34.587" v="32" actId="478"/>
          <ac:spMkLst>
            <pc:docMk/>
            <pc:sldMk cId="3727164456" sldId="902"/>
            <ac:spMk id="16" creationId="{61B2F149-ED76-564A-DEAF-D3EB10A3F840}"/>
          </ac:spMkLst>
        </pc:spChg>
        <pc:spChg chg="add del mod">
          <ac:chgData name="Chandra Sekar, Shakila" userId="1c3af745-d846-4ae5-8493-40c0b103d02d" providerId="ADAL" clId="{90A01163-F662-49E1-AC69-9F3824017A38}" dt="2024-12-17T12:49:43.013" v="34" actId="478"/>
          <ac:spMkLst>
            <pc:docMk/>
            <pc:sldMk cId="3727164456" sldId="902"/>
            <ac:spMk id="18" creationId="{F59B0985-610B-67AD-2B06-C4AC22AE4BFF}"/>
          </ac:spMkLst>
        </pc:spChg>
        <pc:spChg chg="add del mod">
          <ac:chgData name="Chandra Sekar, Shakila" userId="1c3af745-d846-4ae5-8493-40c0b103d02d" providerId="ADAL" clId="{90A01163-F662-49E1-AC69-9F3824017A38}" dt="2024-12-17T12:49:43.013" v="34" actId="478"/>
          <ac:spMkLst>
            <pc:docMk/>
            <pc:sldMk cId="3727164456" sldId="902"/>
            <ac:spMk id="21" creationId="{CA041E1E-C394-E4BF-CC98-073F12C1BA9A}"/>
          </ac:spMkLst>
        </pc:spChg>
        <pc:spChg chg="add del mod">
          <ac:chgData name="Chandra Sekar, Shakila" userId="1c3af745-d846-4ae5-8493-40c0b103d02d" providerId="ADAL" clId="{90A01163-F662-49E1-AC69-9F3824017A38}" dt="2024-12-17T12:49:43.013" v="34" actId="478"/>
          <ac:spMkLst>
            <pc:docMk/>
            <pc:sldMk cId="3727164456" sldId="902"/>
            <ac:spMk id="24" creationId="{02756938-F66A-F797-6605-C562EE6F3B34}"/>
          </ac:spMkLst>
        </pc:spChg>
        <pc:spChg chg="add del mod">
          <ac:chgData name="Chandra Sekar, Shakila" userId="1c3af745-d846-4ae5-8493-40c0b103d02d" providerId="ADAL" clId="{90A01163-F662-49E1-AC69-9F3824017A38}" dt="2024-12-17T12:49:43.013" v="34" actId="478"/>
          <ac:spMkLst>
            <pc:docMk/>
            <pc:sldMk cId="3727164456" sldId="902"/>
            <ac:spMk id="27" creationId="{B7E87095-9C32-0E14-2BE0-A9EBDE0DFF5B}"/>
          </ac:spMkLst>
        </pc:spChg>
        <pc:spChg chg="add del mod">
          <ac:chgData name="Chandra Sekar, Shakila" userId="1c3af745-d846-4ae5-8493-40c0b103d02d" providerId="ADAL" clId="{90A01163-F662-49E1-AC69-9F3824017A38}" dt="2024-12-17T12:49:43.013" v="34" actId="478"/>
          <ac:spMkLst>
            <pc:docMk/>
            <pc:sldMk cId="3727164456" sldId="902"/>
            <ac:spMk id="29" creationId="{40186F40-63CD-CD80-C80C-7FD9E10DDEB2}"/>
          </ac:spMkLst>
        </pc:spChg>
        <pc:spChg chg="add del mod">
          <ac:chgData name="Chandra Sekar, Shakila" userId="1c3af745-d846-4ae5-8493-40c0b103d02d" providerId="ADAL" clId="{90A01163-F662-49E1-AC69-9F3824017A38}" dt="2024-12-17T12:49:43.013" v="34" actId="478"/>
          <ac:spMkLst>
            <pc:docMk/>
            <pc:sldMk cId="3727164456" sldId="902"/>
            <ac:spMk id="31" creationId="{E1D5D7A8-0CE1-5BAF-74E9-00BFB591345D}"/>
          </ac:spMkLst>
        </pc:spChg>
        <pc:picChg chg="del mod">
          <ac:chgData name="Chandra Sekar, Shakila" userId="1c3af745-d846-4ae5-8493-40c0b103d02d" providerId="ADAL" clId="{90A01163-F662-49E1-AC69-9F3824017A38}" dt="2024-12-17T12:49:43.013" v="34" actId="478"/>
          <ac:picMkLst>
            <pc:docMk/>
            <pc:sldMk cId="3727164456" sldId="902"/>
            <ac:picMk id="22" creationId="{130F585C-02B1-E488-3877-4ECE5AA320E0}"/>
          </ac:picMkLst>
        </pc:picChg>
        <pc:picChg chg="del mod">
          <ac:chgData name="Chandra Sekar, Shakila" userId="1c3af745-d846-4ae5-8493-40c0b103d02d" providerId="ADAL" clId="{90A01163-F662-49E1-AC69-9F3824017A38}" dt="2024-12-17T12:49:43.013" v="34" actId="478"/>
          <ac:picMkLst>
            <pc:docMk/>
            <pc:sldMk cId="3727164456" sldId="902"/>
            <ac:picMk id="25" creationId="{0EABD459-2D28-BC8E-584D-8FB50D8BBCD5}"/>
          </ac:picMkLst>
        </pc:picChg>
      </pc:sldChg>
      <pc:sldChg chg="addSp delSp modSp mod">
        <pc:chgData name="Chandra Sekar, Shakila" userId="1c3af745-d846-4ae5-8493-40c0b103d02d" providerId="ADAL" clId="{90A01163-F662-49E1-AC69-9F3824017A38}" dt="2024-12-17T12:52:09.951" v="38" actId="478"/>
        <pc:sldMkLst>
          <pc:docMk/>
          <pc:sldMk cId="2460553539" sldId="903"/>
        </pc:sldMkLst>
        <pc:spChg chg="del">
          <ac:chgData name="Chandra Sekar, Shakila" userId="1c3af745-d846-4ae5-8493-40c0b103d02d" providerId="ADAL" clId="{90A01163-F662-49E1-AC69-9F3824017A38}" dt="2024-12-17T12:52:02.613" v="37" actId="478"/>
          <ac:spMkLst>
            <pc:docMk/>
            <pc:sldMk cId="2460553539" sldId="903"/>
            <ac:spMk id="6" creationId="{7A3FD67A-E272-724A-BD10-8950C3D568A2}"/>
          </ac:spMkLst>
        </pc:spChg>
        <pc:spChg chg="del">
          <ac:chgData name="Chandra Sekar, Shakila" userId="1c3af745-d846-4ae5-8493-40c0b103d02d" providerId="ADAL" clId="{90A01163-F662-49E1-AC69-9F3824017A38}" dt="2024-12-17T12:52:02.613" v="37" actId="478"/>
          <ac:spMkLst>
            <pc:docMk/>
            <pc:sldMk cId="2460553539" sldId="903"/>
            <ac:spMk id="7" creationId="{AE390EFF-FB82-3A6C-4420-92C391FCA733}"/>
          </ac:spMkLst>
        </pc:spChg>
        <pc:spChg chg="del">
          <ac:chgData name="Chandra Sekar, Shakila" userId="1c3af745-d846-4ae5-8493-40c0b103d02d" providerId="ADAL" clId="{90A01163-F662-49E1-AC69-9F3824017A38}" dt="2024-12-17T12:52:02.613" v="37" actId="478"/>
          <ac:spMkLst>
            <pc:docMk/>
            <pc:sldMk cId="2460553539" sldId="903"/>
            <ac:spMk id="8" creationId="{229A00AD-3C95-5D98-086C-63A715CC6697}"/>
          </ac:spMkLst>
        </pc:spChg>
        <pc:spChg chg="del">
          <ac:chgData name="Chandra Sekar, Shakila" userId="1c3af745-d846-4ae5-8493-40c0b103d02d" providerId="ADAL" clId="{90A01163-F662-49E1-AC69-9F3824017A38}" dt="2024-12-17T12:51:50.001" v="35" actId="478"/>
          <ac:spMkLst>
            <pc:docMk/>
            <pc:sldMk cId="2460553539" sldId="903"/>
            <ac:spMk id="9" creationId="{32E95B8E-F957-41C6-9495-A6AB4EC6F7D7}"/>
          </ac:spMkLst>
        </pc:spChg>
        <pc:spChg chg="del">
          <ac:chgData name="Chandra Sekar, Shakila" userId="1c3af745-d846-4ae5-8493-40c0b103d02d" providerId="ADAL" clId="{90A01163-F662-49E1-AC69-9F3824017A38}" dt="2024-12-17T12:51:50.001" v="35" actId="478"/>
          <ac:spMkLst>
            <pc:docMk/>
            <pc:sldMk cId="2460553539" sldId="903"/>
            <ac:spMk id="10" creationId="{1755C3EC-8E55-0171-0AE6-EEDF9D843BEA}"/>
          </ac:spMkLst>
        </pc:spChg>
        <pc:spChg chg="del">
          <ac:chgData name="Chandra Sekar, Shakila" userId="1c3af745-d846-4ae5-8493-40c0b103d02d" providerId="ADAL" clId="{90A01163-F662-49E1-AC69-9F3824017A38}" dt="2024-12-17T12:51:50.001" v="35" actId="478"/>
          <ac:spMkLst>
            <pc:docMk/>
            <pc:sldMk cId="2460553539" sldId="903"/>
            <ac:spMk id="11" creationId="{DC547F78-486D-5D36-200D-32619DDA0F1B}"/>
          </ac:spMkLst>
        </pc:spChg>
        <pc:spChg chg="del">
          <ac:chgData name="Chandra Sekar, Shakila" userId="1c3af745-d846-4ae5-8493-40c0b103d02d" providerId="ADAL" clId="{90A01163-F662-49E1-AC69-9F3824017A38}" dt="2024-12-17T12:52:02.613" v="37" actId="478"/>
          <ac:spMkLst>
            <pc:docMk/>
            <pc:sldMk cId="2460553539" sldId="903"/>
            <ac:spMk id="15" creationId="{ED5E02F1-1554-6150-05C4-78B26DEA7EB6}"/>
          </ac:spMkLst>
        </pc:spChg>
        <pc:spChg chg="del">
          <ac:chgData name="Chandra Sekar, Shakila" userId="1c3af745-d846-4ae5-8493-40c0b103d02d" providerId="ADAL" clId="{90A01163-F662-49E1-AC69-9F3824017A38}" dt="2024-12-17T12:51:50.001" v="35" actId="478"/>
          <ac:spMkLst>
            <pc:docMk/>
            <pc:sldMk cId="2460553539" sldId="903"/>
            <ac:spMk id="16" creationId="{61B2F149-ED76-564A-DEAF-D3EB10A3F840}"/>
          </ac:spMkLst>
        </pc:spChg>
        <pc:spChg chg="add del mod">
          <ac:chgData name="Chandra Sekar, Shakila" userId="1c3af745-d846-4ae5-8493-40c0b103d02d" providerId="ADAL" clId="{90A01163-F662-49E1-AC69-9F3824017A38}" dt="2024-12-17T12:51:56.391" v="36" actId="478"/>
          <ac:spMkLst>
            <pc:docMk/>
            <pc:sldMk cId="2460553539" sldId="903"/>
            <ac:spMk id="19" creationId="{A68227AE-8F29-9C05-782C-CF4882914656}"/>
          </ac:spMkLst>
        </pc:spChg>
        <pc:spChg chg="add del mod">
          <ac:chgData name="Chandra Sekar, Shakila" userId="1c3af745-d846-4ae5-8493-40c0b103d02d" providerId="ADAL" clId="{90A01163-F662-49E1-AC69-9F3824017A38}" dt="2024-12-17T12:51:56.391" v="36" actId="478"/>
          <ac:spMkLst>
            <pc:docMk/>
            <pc:sldMk cId="2460553539" sldId="903"/>
            <ac:spMk id="22" creationId="{E2843DF8-5D03-052D-7AF8-97ED034F415C}"/>
          </ac:spMkLst>
        </pc:spChg>
        <pc:spChg chg="add del mod">
          <ac:chgData name="Chandra Sekar, Shakila" userId="1c3af745-d846-4ae5-8493-40c0b103d02d" providerId="ADAL" clId="{90A01163-F662-49E1-AC69-9F3824017A38}" dt="2024-12-17T12:51:56.391" v="36" actId="478"/>
          <ac:spMkLst>
            <pc:docMk/>
            <pc:sldMk cId="2460553539" sldId="903"/>
            <ac:spMk id="24" creationId="{ED60221E-404F-37FF-198D-056C60C270D9}"/>
          </ac:spMkLst>
        </pc:spChg>
        <pc:spChg chg="add del mod">
          <ac:chgData name="Chandra Sekar, Shakila" userId="1c3af745-d846-4ae5-8493-40c0b103d02d" providerId="ADAL" clId="{90A01163-F662-49E1-AC69-9F3824017A38}" dt="2024-12-17T12:52:09.951" v="38" actId="478"/>
          <ac:spMkLst>
            <pc:docMk/>
            <pc:sldMk cId="2460553539" sldId="903"/>
            <ac:spMk id="26" creationId="{9697E4A2-A3FF-66B8-7292-A15A23FC3F7E}"/>
          </ac:spMkLst>
        </pc:spChg>
        <pc:spChg chg="add del mod">
          <ac:chgData name="Chandra Sekar, Shakila" userId="1c3af745-d846-4ae5-8493-40c0b103d02d" providerId="ADAL" clId="{90A01163-F662-49E1-AC69-9F3824017A38}" dt="2024-12-17T12:52:09.951" v="38" actId="478"/>
          <ac:spMkLst>
            <pc:docMk/>
            <pc:sldMk cId="2460553539" sldId="903"/>
            <ac:spMk id="28" creationId="{B52EE9AD-AB45-8899-D027-6DD2649F4CC3}"/>
          </ac:spMkLst>
        </pc:spChg>
        <pc:spChg chg="add del mod">
          <ac:chgData name="Chandra Sekar, Shakila" userId="1c3af745-d846-4ae5-8493-40c0b103d02d" providerId="ADAL" clId="{90A01163-F662-49E1-AC69-9F3824017A38}" dt="2024-12-17T12:52:09.951" v="38" actId="478"/>
          <ac:spMkLst>
            <pc:docMk/>
            <pc:sldMk cId="2460553539" sldId="903"/>
            <ac:spMk id="30" creationId="{4EFD9651-BFD2-E5E0-8077-BEF8F0121C0D}"/>
          </ac:spMkLst>
        </pc:spChg>
        <pc:picChg chg="del">
          <ac:chgData name="Chandra Sekar, Shakila" userId="1c3af745-d846-4ae5-8493-40c0b103d02d" providerId="ADAL" clId="{90A01163-F662-49E1-AC69-9F3824017A38}" dt="2024-12-17T12:51:50.001" v="35" actId="478"/>
          <ac:picMkLst>
            <pc:docMk/>
            <pc:sldMk cId="2460553539" sldId="903"/>
            <ac:picMk id="20" creationId="{BEECDEB8-BC8D-C95A-7E17-81EBF483B8CA}"/>
          </ac:picMkLst>
        </pc:picChg>
      </pc:sldChg>
      <pc:sldChg chg="del">
        <pc:chgData name="Chandra Sekar, Shakila" userId="1c3af745-d846-4ae5-8493-40c0b103d02d" providerId="ADAL" clId="{90A01163-F662-49E1-AC69-9F3824017A38}" dt="2024-12-17T12:53:31.198" v="39" actId="47"/>
        <pc:sldMkLst>
          <pc:docMk/>
          <pc:sldMk cId="3472950230" sldId="904"/>
        </pc:sldMkLst>
      </pc:sldChg>
      <pc:sldChg chg="addSp delSp modSp mod">
        <pc:chgData name="Chandra Sekar, Shakila" userId="1c3af745-d846-4ae5-8493-40c0b103d02d" providerId="ADAL" clId="{90A01163-F662-49E1-AC69-9F3824017A38}" dt="2024-12-17T12:53:57.202" v="42" actId="478"/>
        <pc:sldMkLst>
          <pc:docMk/>
          <pc:sldMk cId="3439320145" sldId="905"/>
        </pc:sldMkLst>
        <pc:spChg chg="del">
          <ac:chgData name="Chandra Sekar, Shakila" userId="1c3af745-d846-4ae5-8493-40c0b103d02d" providerId="ADAL" clId="{90A01163-F662-49E1-AC69-9F3824017A38}" dt="2024-12-17T12:53:54.843" v="41" actId="478"/>
          <ac:spMkLst>
            <pc:docMk/>
            <pc:sldMk cId="3439320145" sldId="905"/>
            <ac:spMk id="9" creationId="{32E95B8E-F957-41C6-9495-A6AB4EC6F7D7}"/>
          </ac:spMkLst>
        </pc:spChg>
        <pc:spChg chg="del">
          <ac:chgData name="Chandra Sekar, Shakila" userId="1c3af745-d846-4ae5-8493-40c0b103d02d" providerId="ADAL" clId="{90A01163-F662-49E1-AC69-9F3824017A38}" dt="2024-12-17T12:53:46.480" v="40" actId="478"/>
          <ac:spMkLst>
            <pc:docMk/>
            <pc:sldMk cId="3439320145" sldId="905"/>
            <ac:spMk id="10" creationId="{1755C3EC-8E55-0171-0AE6-EEDF9D843BEA}"/>
          </ac:spMkLst>
        </pc:spChg>
        <pc:spChg chg="del">
          <ac:chgData name="Chandra Sekar, Shakila" userId="1c3af745-d846-4ae5-8493-40c0b103d02d" providerId="ADAL" clId="{90A01163-F662-49E1-AC69-9F3824017A38}" dt="2024-12-17T12:53:46.480" v="40" actId="478"/>
          <ac:spMkLst>
            <pc:docMk/>
            <pc:sldMk cId="3439320145" sldId="905"/>
            <ac:spMk id="11" creationId="{DC547F78-486D-5D36-200D-32619DDA0F1B}"/>
          </ac:spMkLst>
        </pc:spChg>
        <pc:spChg chg="del">
          <ac:chgData name="Chandra Sekar, Shakila" userId="1c3af745-d846-4ae5-8493-40c0b103d02d" providerId="ADAL" clId="{90A01163-F662-49E1-AC69-9F3824017A38}" dt="2024-12-17T12:53:46.480" v="40" actId="478"/>
          <ac:spMkLst>
            <pc:docMk/>
            <pc:sldMk cId="3439320145" sldId="905"/>
            <ac:spMk id="16" creationId="{61B2F149-ED76-564A-DEAF-D3EB10A3F840}"/>
          </ac:spMkLst>
        </pc:spChg>
        <pc:spChg chg="add del mod">
          <ac:chgData name="Chandra Sekar, Shakila" userId="1c3af745-d846-4ae5-8493-40c0b103d02d" providerId="ADAL" clId="{90A01163-F662-49E1-AC69-9F3824017A38}" dt="2024-12-17T12:53:54.843" v="41" actId="478"/>
          <ac:spMkLst>
            <pc:docMk/>
            <pc:sldMk cId="3439320145" sldId="905"/>
            <ac:spMk id="18" creationId="{D7E0E9B4-5E4A-2265-0AF1-7D6F23C532CE}"/>
          </ac:spMkLst>
        </pc:spChg>
        <pc:spChg chg="add del mod">
          <ac:chgData name="Chandra Sekar, Shakila" userId="1c3af745-d846-4ae5-8493-40c0b103d02d" providerId="ADAL" clId="{90A01163-F662-49E1-AC69-9F3824017A38}" dt="2024-12-17T12:53:54.843" v="41" actId="478"/>
          <ac:spMkLst>
            <pc:docMk/>
            <pc:sldMk cId="3439320145" sldId="905"/>
            <ac:spMk id="20" creationId="{F526A7E8-D0B8-377A-C724-8835CC88C1EE}"/>
          </ac:spMkLst>
        </pc:spChg>
        <pc:spChg chg="add del mod">
          <ac:chgData name="Chandra Sekar, Shakila" userId="1c3af745-d846-4ae5-8493-40c0b103d02d" providerId="ADAL" clId="{90A01163-F662-49E1-AC69-9F3824017A38}" dt="2024-12-17T12:53:57.202" v="42" actId="478"/>
          <ac:spMkLst>
            <pc:docMk/>
            <pc:sldMk cId="3439320145" sldId="905"/>
            <ac:spMk id="22" creationId="{0A6DEB7C-831A-E1F2-29D5-A5363C950F1B}"/>
          </ac:spMkLst>
        </pc:spChg>
      </pc:sldChg>
      <pc:sldChg chg="addSp delSp modSp add del mod">
        <pc:chgData name="Chandra Sekar, Shakila" userId="1c3af745-d846-4ae5-8493-40c0b103d02d" providerId="ADAL" clId="{90A01163-F662-49E1-AC69-9F3824017A38}" dt="2024-12-17T12:56:57.263" v="66" actId="21"/>
        <pc:sldMkLst>
          <pc:docMk/>
          <pc:sldMk cId="3867437294" sldId="906"/>
        </pc:sldMkLst>
        <pc:spChg chg="del">
          <ac:chgData name="Chandra Sekar, Shakila" userId="1c3af745-d846-4ae5-8493-40c0b103d02d" providerId="ADAL" clId="{90A01163-F662-49E1-AC69-9F3824017A38}" dt="2024-12-17T12:54:28.049" v="45" actId="478"/>
          <ac:spMkLst>
            <pc:docMk/>
            <pc:sldMk cId="3867437294" sldId="906"/>
            <ac:spMk id="3" creationId="{6B53896A-83B1-C416-0072-0DB99ED900C9}"/>
          </ac:spMkLst>
        </pc:spChg>
        <pc:spChg chg="del">
          <ac:chgData name="Chandra Sekar, Shakila" userId="1c3af745-d846-4ae5-8493-40c0b103d02d" providerId="ADAL" clId="{90A01163-F662-49E1-AC69-9F3824017A38}" dt="2024-12-17T12:54:28.049" v="45" actId="478"/>
          <ac:spMkLst>
            <pc:docMk/>
            <pc:sldMk cId="3867437294" sldId="906"/>
            <ac:spMk id="4" creationId="{17FD4677-4198-2FC4-DC83-7F981EE52B40}"/>
          </ac:spMkLst>
        </pc:spChg>
        <pc:spChg chg="del">
          <ac:chgData name="Chandra Sekar, Shakila" userId="1c3af745-d846-4ae5-8493-40c0b103d02d" providerId="ADAL" clId="{90A01163-F662-49E1-AC69-9F3824017A38}" dt="2024-12-17T12:54:28.049" v="45" actId="478"/>
          <ac:spMkLst>
            <pc:docMk/>
            <pc:sldMk cId="3867437294" sldId="906"/>
            <ac:spMk id="5" creationId="{9DEC4670-F317-994D-7BC1-083DB38FE69F}"/>
          </ac:spMkLst>
        </pc:spChg>
        <pc:spChg chg="add del mod">
          <ac:chgData name="Chandra Sekar, Shakila" userId="1c3af745-d846-4ae5-8493-40c0b103d02d" providerId="ADAL" clId="{90A01163-F662-49E1-AC69-9F3824017A38}" dt="2024-12-17T12:56:57.263" v="66" actId="21"/>
          <ac:spMkLst>
            <pc:docMk/>
            <pc:sldMk cId="3867437294" sldId="906"/>
            <ac:spMk id="6" creationId="{7A3FD67A-E272-724A-BD10-8950C3D568A2}"/>
          </ac:spMkLst>
        </pc:spChg>
        <pc:spChg chg="add del mod">
          <ac:chgData name="Chandra Sekar, Shakila" userId="1c3af745-d846-4ae5-8493-40c0b103d02d" providerId="ADAL" clId="{90A01163-F662-49E1-AC69-9F3824017A38}" dt="2024-12-17T12:56:57.263" v="66" actId="21"/>
          <ac:spMkLst>
            <pc:docMk/>
            <pc:sldMk cId="3867437294" sldId="906"/>
            <ac:spMk id="7" creationId="{AE390EFF-FB82-3A6C-4420-92C391FCA733}"/>
          </ac:spMkLst>
        </pc:spChg>
        <pc:spChg chg="add del mod">
          <ac:chgData name="Chandra Sekar, Shakila" userId="1c3af745-d846-4ae5-8493-40c0b103d02d" providerId="ADAL" clId="{90A01163-F662-49E1-AC69-9F3824017A38}" dt="2024-12-17T12:56:57.263" v="66" actId="21"/>
          <ac:spMkLst>
            <pc:docMk/>
            <pc:sldMk cId="3867437294" sldId="906"/>
            <ac:spMk id="8" creationId="{229A00AD-3C95-5D98-086C-63A715CC6697}"/>
          </ac:spMkLst>
        </pc:spChg>
        <pc:spChg chg="del">
          <ac:chgData name="Chandra Sekar, Shakila" userId="1c3af745-d846-4ae5-8493-40c0b103d02d" providerId="ADAL" clId="{90A01163-F662-49E1-AC69-9F3824017A38}" dt="2024-12-17T12:54:18.864" v="44" actId="478"/>
          <ac:spMkLst>
            <pc:docMk/>
            <pc:sldMk cId="3867437294" sldId="906"/>
            <ac:spMk id="9" creationId="{32E95B8E-F957-41C6-9495-A6AB4EC6F7D7}"/>
          </ac:spMkLst>
        </pc:spChg>
        <pc:spChg chg="del">
          <ac:chgData name="Chandra Sekar, Shakila" userId="1c3af745-d846-4ae5-8493-40c0b103d02d" providerId="ADAL" clId="{90A01163-F662-49E1-AC69-9F3824017A38}" dt="2024-12-17T12:54:18.864" v="44" actId="478"/>
          <ac:spMkLst>
            <pc:docMk/>
            <pc:sldMk cId="3867437294" sldId="906"/>
            <ac:spMk id="10" creationId="{1755C3EC-8E55-0171-0AE6-EEDF9D843BEA}"/>
          </ac:spMkLst>
        </pc:spChg>
        <pc:spChg chg="del">
          <ac:chgData name="Chandra Sekar, Shakila" userId="1c3af745-d846-4ae5-8493-40c0b103d02d" providerId="ADAL" clId="{90A01163-F662-49E1-AC69-9F3824017A38}" dt="2024-12-17T12:54:18.864" v="44" actId="478"/>
          <ac:spMkLst>
            <pc:docMk/>
            <pc:sldMk cId="3867437294" sldId="906"/>
            <ac:spMk id="11" creationId="{DC547F78-486D-5D36-200D-32619DDA0F1B}"/>
          </ac:spMkLst>
        </pc:spChg>
        <pc:spChg chg="add del mod">
          <ac:chgData name="Chandra Sekar, Shakila" userId="1c3af745-d846-4ae5-8493-40c0b103d02d" providerId="ADAL" clId="{90A01163-F662-49E1-AC69-9F3824017A38}" dt="2024-12-17T12:56:57.263" v="66" actId="21"/>
          <ac:spMkLst>
            <pc:docMk/>
            <pc:sldMk cId="3867437294" sldId="906"/>
            <ac:spMk id="12" creationId="{F7EA5100-4B2B-E49E-5B36-224FE6B09947}"/>
          </ac:spMkLst>
        </pc:spChg>
        <pc:spChg chg="del">
          <ac:chgData name="Chandra Sekar, Shakila" userId="1c3af745-d846-4ae5-8493-40c0b103d02d" providerId="ADAL" clId="{90A01163-F662-49E1-AC69-9F3824017A38}" dt="2024-12-17T12:54:28.049" v="45" actId="478"/>
          <ac:spMkLst>
            <pc:docMk/>
            <pc:sldMk cId="3867437294" sldId="906"/>
            <ac:spMk id="13" creationId="{AFAD25F1-4918-A850-6CC1-51B951EBC293}"/>
          </ac:spMkLst>
        </pc:spChg>
        <pc:spChg chg="mod">
          <ac:chgData name="Chandra Sekar, Shakila" userId="1c3af745-d846-4ae5-8493-40c0b103d02d" providerId="ADAL" clId="{90A01163-F662-49E1-AC69-9F3824017A38}" dt="2024-12-17T12:55:07.713" v="52" actId="14100"/>
          <ac:spMkLst>
            <pc:docMk/>
            <pc:sldMk cId="3867437294" sldId="906"/>
            <ac:spMk id="14" creationId="{0620BD13-0906-7841-AF23-E463CAA73999}"/>
          </ac:spMkLst>
        </pc:spChg>
        <pc:spChg chg="add del mod">
          <ac:chgData name="Chandra Sekar, Shakila" userId="1c3af745-d846-4ae5-8493-40c0b103d02d" providerId="ADAL" clId="{90A01163-F662-49E1-AC69-9F3824017A38}" dt="2024-12-17T12:56:57.263" v="66" actId="21"/>
          <ac:spMkLst>
            <pc:docMk/>
            <pc:sldMk cId="3867437294" sldId="906"/>
            <ac:spMk id="15" creationId="{ED5E02F1-1554-6150-05C4-78B26DEA7EB6}"/>
          </ac:spMkLst>
        </pc:spChg>
        <pc:spChg chg="del">
          <ac:chgData name="Chandra Sekar, Shakila" userId="1c3af745-d846-4ae5-8493-40c0b103d02d" providerId="ADAL" clId="{90A01163-F662-49E1-AC69-9F3824017A38}" dt="2024-12-17T12:54:30.924" v="46" actId="478"/>
          <ac:spMkLst>
            <pc:docMk/>
            <pc:sldMk cId="3867437294" sldId="906"/>
            <ac:spMk id="16" creationId="{61B2F149-ED76-564A-DEAF-D3EB10A3F840}"/>
          </ac:spMkLst>
        </pc:spChg>
        <pc:spChg chg="add del mod">
          <ac:chgData name="Chandra Sekar, Shakila" userId="1c3af745-d846-4ae5-8493-40c0b103d02d" providerId="ADAL" clId="{90A01163-F662-49E1-AC69-9F3824017A38}" dt="2024-12-17T12:54:18.864" v="44" actId="478"/>
          <ac:spMkLst>
            <pc:docMk/>
            <pc:sldMk cId="3867437294" sldId="906"/>
            <ac:spMk id="17" creationId="{42C15910-5341-FAB0-F4B5-66147319B676}"/>
          </ac:spMkLst>
        </pc:spChg>
        <pc:spChg chg="add del mod">
          <ac:chgData name="Chandra Sekar, Shakila" userId="1c3af745-d846-4ae5-8493-40c0b103d02d" providerId="ADAL" clId="{90A01163-F662-49E1-AC69-9F3824017A38}" dt="2024-12-17T12:54:18.864" v="44" actId="478"/>
          <ac:spMkLst>
            <pc:docMk/>
            <pc:sldMk cId="3867437294" sldId="906"/>
            <ac:spMk id="18" creationId="{53FE33B0-86AA-1023-E9AB-34BE2120F6E1}"/>
          </ac:spMkLst>
        </pc:spChg>
        <pc:spChg chg="add del mod">
          <ac:chgData name="Chandra Sekar, Shakila" userId="1c3af745-d846-4ae5-8493-40c0b103d02d" providerId="ADAL" clId="{90A01163-F662-49E1-AC69-9F3824017A38}" dt="2024-12-17T12:54:18.864" v="44" actId="478"/>
          <ac:spMkLst>
            <pc:docMk/>
            <pc:sldMk cId="3867437294" sldId="906"/>
            <ac:spMk id="19" creationId="{F9158C06-79B4-79DC-2627-A863D7C51D6A}"/>
          </ac:spMkLst>
        </pc:spChg>
        <pc:spChg chg="add del mod">
          <ac:chgData name="Chandra Sekar, Shakila" userId="1c3af745-d846-4ae5-8493-40c0b103d02d" providerId="ADAL" clId="{90A01163-F662-49E1-AC69-9F3824017A38}" dt="2024-12-17T12:54:18.864" v="44" actId="478"/>
          <ac:spMkLst>
            <pc:docMk/>
            <pc:sldMk cId="3867437294" sldId="906"/>
            <ac:spMk id="20" creationId="{C8A75658-7C02-D1C8-A003-1B1A4529DC33}"/>
          </ac:spMkLst>
        </pc:spChg>
        <pc:spChg chg="add del mod">
          <ac:chgData name="Chandra Sekar, Shakila" userId="1c3af745-d846-4ae5-8493-40c0b103d02d" providerId="ADAL" clId="{90A01163-F662-49E1-AC69-9F3824017A38}" dt="2024-12-17T12:54:18.864" v="44" actId="478"/>
          <ac:spMkLst>
            <pc:docMk/>
            <pc:sldMk cId="3867437294" sldId="906"/>
            <ac:spMk id="21" creationId="{FBA3ACA0-F962-1622-72EB-B3A782C833CF}"/>
          </ac:spMkLst>
        </pc:spChg>
        <pc:spChg chg="add del mod">
          <ac:chgData name="Chandra Sekar, Shakila" userId="1c3af745-d846-4ae5-8493-40c0b103d02d" providerId="ADAL" clId="{90A01163-F662-49E1-AC69-9F3824017A38}" dt="2024-12-17T12:54:43.631" v="47" actId="478"/>
          <ac:spMkLst>
            <pc:docMk/>
            <pc:sldMk cId="3867437294" sldId="906"/>
            <ac:spMk id="23" creationId="{01DA3F9D-58CC-7FC9-FEA1-F6425E43055F}"/>
          </ac:spMkLst>
        </pc:spChg>
        <pc:spChg chg="add del mod">
          <ac:chgData name="Chandra Sekar, Shakila" userId="1c3af745-d846-4ae5-8493-40c0b103d02d" providerId="ADAL" clId="{90A01163-F662-49E1-AC69-9F3824017A38}" dt="2024-12-17T12:54:43.631" v="47" actId="478"/>
          <ac:spMkLst>
            <pc:docMk/>
            <pc:sldMk cId="3867437294" sldId="906"/>
            <ac:spMk id="25" creationId="{CB374176-19B1-0EC4-3093-17E6C85A1F9D}"/>
          </ac:spMkLst>
        </pc:spChg>
        <pc:spChg chg="add del mod">
          <ac:chgData name="Chandra Sekar, Shakila" userId="1c3af745-d846-4ae5-8493-40c0b103d02d" providerId="ADAL" clId="{90A01163-F662-49E1-AC69-9F3824017A38}" dt="2024-12-17T12:54:43.631" v="47" actId="478"/>
          <ac:spMkLst>
            <pc:docMk/>
            <pc:sldMk cId="3867437294" sldId="906"/>
            <ac:spMk id="27" creationId="{F69B3739-C765-445B-8CB7-FEE7E55EE6B6}"/>
          </ac:spMkLst>
        </pc:spChg>
        <pc:spChg chg="add del mod">
          <ac:chgData name="Chandra Sekar, Shakila" userId="1c3af745-d846-4ae5-8493-40c0b103d02d" providerId="ADAL" clId="{90A01163-F662-49E1-AC69-9F3824017A38}" dt="2024-12-17T12:54:43.631" v="47" actId="478"/>
          <ac:spMkLst>
            <pc:docMk/>
            <pc:sldMk cId="3867437294" sldId="906"/>
            <ac:spMk id="29" creationId="{21602C1C-E0D8-3496-DE0C-7B619505B427}"/>
          </ac:spMkLst>
        </pc:spChg>
        <pc:spChg chg="add del mod">
          <ac:chgData name="Chandra Sekar, Shakila" userId="1c3af745-d846-4ae5-8493-40c0b103d02d" providerId="ADAL" clId="{90A01163-F662-49E1-AC69-9F3824017A38}" dt="2024-12-17T12:54:43.631" v="47" actId="478"/>
          <ac:spMkLst>
            <pc:docMk/>
            <pc:sldMk cId="3867437294" sldId="906"/>
            <ac:spMk id="31" creationId="{E0D613C6-5AFA-E498-C0A5-3A346E0630F2}"/>
          </ac:spMkLst>
        </pc:spChg>
        <pc:spChg chg="add del mod">
          <ac:chgData name="Chandra Sekar, Shakila" userId="1c3af745-d846-4ae5-8493-40c0b103d02d" providerId="ADAL" clId="{90A01163-F662-49E1-AC69-9F3824017A38}" dt="2024-12-17T12:54:43.631" v="47" actId="478"/>
          <ac:spMkLst>
            <pc:docMk/>
            <pc:sldMk cId="3867437294" sldId="906"/>
            <ac:spMk id="33" creationId="{3D5AB5A0-99DC-DD0A-E7EB-0D4AF4C9A507}"/>
          </ac:spMkLst>
        </pc:spChg>
        <pc:spChg chg="add del mod">
          <ac:chgData name="Chandra Sekar, Shakila" userId="1c3af745-d846-4ae5-8493-40c0b103d02d" providerId="ADAL" clId="{90A01163-F662-49E1-AC69-9F3824017A38}" dt="2024-12-17T12:56:57.263" v="66" actId="21"/>
          <ac:spMkLst>
            <pc:docMk/>
            <pc:sldMk cId="3867437294" sldId="906"/>
            <ac:spMk id="35" creationId="{905CF172-FBC7-743A-7DAE-34933ABF98D7}"/>
          </ac:spMkLst>
        </pc:spChg>
        <pc:spChg chg="add del mod">
          <ac:chgData name="Chandra Sekar, Shakila" userId="1c3af745-d846-4ae5-8493-40c0b103d02d" providerId="ADAL" clId="{90A01163-F662-49E1-AC69-9F3824017A38}" dt="2024-12-17T12:56:57.263" v="66" actId="21"/>
          <ac:spMkLst>
            <pc:docMk/>
            <pc:sldMk cId="3867437294" sldId="906"/>
            <ac:spMk id="37" creationId="{E9143458-4E04-96D4-5868-FDDF1AEDB846}"/>
          </ac:spMkLst>
        </pc:spChg>
        <pc:spChg chg="add del mod">
          <ac:chgData name="Chandra Sekar, Shakila" userId="1c3af745-d846-4ae5-8493-40c0b103d02d" providerId="ADAL" clId="{90A01163-F662-49E1-AC69-9F3824017A38}" dt="2024-12-17T12:56:57.263" v="66" actId="21"/>
          <ac:spMkLst>
            <pc:docMk/>
            <pc:sldMk cId="3867437294" sldId="906"/>
            <ac:spMk id="39" creationId="{6E14863A-1F75-24E8-0C13-B728EBFBC4D8}"/>
          </ac:spMkLst>
        </pc:spChg>
      </pc:sldChg>
      <pc:sldChg chg="addSp delSp modSp mod">
        <pc:chgData name="Chandra Sekar, Shakila" userId="1c3af745-d846-4ae5-8493-40c0b103d02d" providerId="ADAL" clId="{90A01163-F662-49E1-AC69-9F3824017A38}" dt="2024-12-17T12:47:47.467" v="31" actId="20577"/>
        <pc:sldMkLst>
          <pc:docMk/>
          <pc:sldMk cId="2663316983" sldId="908"/>
        </pc:sldMkLst>
        <pc:spChg chg="del">
          <ac:chgData name="Chandra Sekar, Shakila" userId="1c3af745-d846-4ae5-8493-40c0b103d02d" providerId="ADAL" clId="{90A01163-F662-49E1-AC69-9F3824017A38}" dt="2024-12-17T12:47:03.263" v="9" actId="478"/>
          <ac:spMkLst>
            <pc:docMk/>
            <pc:sldMk cId="2663316983" sldId="908"/>
            <ac:spMk id="6" creationId="{7A3FD67A-E272-724A-BD10-8950C3D568A2}"/>
          </ac:spMkLst>
        </pc:spChg>
        <pc:spChg chg="del">
          <ac:chgData name="Chandra Sekar, Shakila" userId="1c3af745-d846-4ae5-8493-40c0b103d02d" providerId="ADAL" clId="{90A01163-F662-49E1-AC69-9F3824017A38}" dt="2024-12-17T12:47:03.263" v="9" actId="478"/>
          <ac:spMkLst>
            <pc:docMk/>
            <pc:sldMk cId="2663316983" sldId="908"/>
            <ac:spMk id="7" creationId="{AE390EFF-FB82-3A6C-4420-92C391FCA733}"/>
          </ac:spMkLst>
        </pc:spChg>
        <pc:spChg chg="del">
          <ac:chgData name="Chandra Sekar, Shakila" userId="1c3af745-d846-4ae5-8493-40c0b103d02d" providerId="ADAL" clId="{90A01163-F662-49E1-AC69-9F3824017A38}" dt="2024-12-17T12:47:03.263" v="9" actId="478"/>
          <ac:spMkLst>
            <pc:docMk/>
            <pc:sldMk cId="2663316983" sldId="908"/>
            <ac:spMk id="8" creationId="{229A00AD-3C95-5D98-086C-63A715CC6697}"/>
          </ac:spMkLst>
        </pc:spChg>
        <pc:spChg chg="mod">
          <ac:chgData name="Chandra Sekar, Shakila" userId="1c3af745-d846-4ae5-8493-40c0b103d02d" providerId="ADAL" clId="{90A01163-F662-49E1-AC69-9F3824017A38}" dt="2024-12-17T12:47:25.249" v="11" actId="1076"/>
          <ac:spMkLst>
            <pc:docMk/>
            <pc:sldMk cId="2663316983" sldId="908"/>
            <ac:spMk id="9" creationId="{32E95B8E-F957-41C6-9495-A6AB4EC6F7D7}"/>
          </ac:spMkLst>
        </pc:spChg>
        <pc:spChg chg="mod">
          <ac:chgData name="Chandra Sekar, Shakila" userId="1c3af745-d846-4ae5-8493-40c0b103d02d" providerId="ADAL" clId="{90A01163-F662-49E1-AC69-9F3824017A38}" dt="2024-12-17T12:47:25.249" v="11" actId="1076"/>
          <ac:spMkLst>
            <pc:docMk/>
            <pc:sldMk cId="2663316983" sldId="908"/>
            <ac:spMk id="10" creationId="{1755C3EC-8E55-0171-0AE6-EEDF9D843BEA}"/>
          </ac:spMkLst>
        </pc:spChg>
        <pc:spChg chg="mod">
          <ac:chgData name="Chandra Sekar, Shakila" userId="1c3af745-d846-4ae5-8493-40c0b103d02d" providerId="ADAL" clId="{90A01163-F662-49E1-AC69-9F3824017A38}" dt="2024-12-17T12:47:25.249" v="11" actId="1076"/>
          <ac:spMkLst>
            <pc:docMk/>
            <pc:sldMk cId="2663316983" sldId="908"/>
            <ac:spMk id="11" creationId="{DC547F78-486D-5D36-200D-32619DDA0F1B}"/>
          </ac:spMkLst>
        </pc:spChg>
        <pc:spChg chg="mod">
          <ac:chgData name="Chandra Sekar, Shakila" userId="1c3af745-d846-4ae5-8493-40c0b103d02d" providerId="ADAL" clId="{90A01163-F662-49E1-AC69-9F3824017A38}" dt="2024-12-17T12:47:47.467" v="31" actId="20577"/>
          <ac:spMkLst>
            <pc:docMk/>
            <pc:sldMk cId="2663316983" sldId="908"/>
            <ac:spMk id="14" creationId="{0620BD13-0906-7841-AF23-E463CAA73999}"/>
          </ac:spMkLst>
        </pc:spChg>
        <pc:spChg chg="del">
          <ac:chgData name="Chandra Sekar, Shakila" userId="1c3af745-d846-4ae5-8493-40c0b103d02d" providerId="ADAL" clId="{90A01163-F662-49E1-AC69-9F3824017A38}" dt="2024-12-17T12:47:09.686" v="10" actId="478"/>
          <ac:spMkLst>
            <pc:docMk/>
            <pc:sldMk cId="2663316983" sldId="908"/>
            <ac:spMk id="15" creationId="{ED5E02F1-1554-6150-05C4-78B26DEA7EB6}"/>
          </ac:spMkLst>
        </pc:spChg>
        <pc:spChg chg="mod">
          <ac:chgData name="Chandra Sekar, Shakila" userId="1c3af745-d846-4ae5-8493-40c0b103d02d" providerId="ADAL" clId="{90A01163-F662-49E1-AC69-9F3824017A38}" dt="2024-12-17T12:47:25.249" v="11" actId="1076"/>
          <ac:spMkLst>
            <pc:docMk/>
            <pc:sldMk cId="2663316983" sldId="908"/>
            <ac:spMk id="16" creationId="{61B2F149-ED76-564A-DEAF-D3EB10A3F840}"/>
          </ac:spMkLst>
        </pc:spChg>
        <pc:spChg chg="add del mod">
          <ac:chgData name="Chandra Sekar, Shakila" userId="1c3af745-d846-4ae5-8493-40c0b103d02d" providerId="ADAL" clId="{90A01163-F662-49E1-AC69-9F3824017A38}" dt="2024-12-17T12:47:09.686" v="10" actId="478"/>
          <ac:spMkLst>
            <pc:docMk/>
            <pc:sldMk cId="2663316983" sldId="908"/>
            <ac:spMk id="18" creationId="{073F3AFC-F09E-4C34-F4B9-1ABED07D7038}"/>
          </ac:spMkLst>
        </pc:spChg>
        <pc:spChg chg="add del mod">
          <ac:chgData name="Chandra Sekar, Shakila" userId="1c3af745-d846-4ae5-8493-40c0b103d02d" providerId="ADAL" clId="{90A01163-F662-49E1-AC69-9F3824017A38}" dt="2024-12-17T12:47:09.686" v="10" actId="478"/>
          <ac:spMkLst>
            <pc:docMk/>
            <pc:sldMk cId="2663316983" sldId="908"/>
            <ac:spMk id="20" creationId="{1C0117B0-2F5C-D0CD-B027-E6F3B3137754}"/>
          </ac:spMkLst>
        </pc:spChg>
        <pc:spChg chg="add del mod">
          <ac:chgData name="Chandra Sekar, Shakila" userId="1c3af745-d846-4ae5-8493-40c0b103d02d" providerId="ADAL" clId="{90A01163-F662-49E1-AC69-9F3824017A38}" dt="2024-12-17T12:47:09.686" v="10" actId="478"/>
          <ac:spMkLst>
            <pc:docMk/>
            <pc:sldMk cId="2663316983" sldId="908"/>
            <ac:spMk id="22" creationId="{D908C25E-4179-5440-5A75-5D52EA300DF9}"/>
          </ac:spMkLst>
        </pc:spChg>
      </pc:sldChg>
      <pc:sldChg chg="addSp delSp modSp mod">
        <pc:chgData name="Chandra Sekar, Shakila" userId="1c3af745-d846-4ae5-8493-40c0b103d02d" providerId="ADAL" clId="{90A01163-F662-49E1-AC69-9F3824017A38}" dt="2024-12-17T12:57:29.227" v="68" actId="478"/>
        <pc:sldMkLst>
          <pc:docMk/>
          <pc:sldMk cId="827532512" sldId="909"/>
        </pc:sldMkLst>
        <pc:spChg chg="del">
          <ac:chgData name="Chandra Sekar, Shakila" userId="1c3af745-d846-4ae5-8493-40c0b103d02d" providerId="ADAL" clId="{90A01163-F662-49E1-AC69-9F3824017A38}" dt="2024-12-17T12:57:20.785" v="67" actId="478"/>
          <ac:spMkLst>
            <pc:docMk/>
            <pc:sldMk cId="827532512" sldId="909"/>
            <ac:spMk id="6" creationId="{7A3FD67A-E272-724A-BD10-8950C3D568A2}"/>
          </ac:spMkLst>
        </pc:spChg>
        <pc:spChg chg="del">
          <ac:chgData name="Chandra Sekar, Shakila" userId="1c3af745-d846-4ae5-8493-40c0b103d02d" providerId="ADAL" clId="{90A01163-F662-49E1-AC69-9F3824017A38}" dt="2024-12-17T12:57:20.785" v="67" actId="478"/>
          <ac:spMkLst>
            <pc:docMk/>
            <pc:sldMk cId="827532512" sldId="909"/>
            <ac:spMk id="7" creationId="{AE390EFF-FB82-3A6C-4420-92C391FCA733}"/>
          </ac:spMkLst>
        </pc:spChg>
        <pc:spChg chg="del">
          <ac:chgData name="Chandra Sekar, Shakila" userId="1c3af745-d846-4ae5-8493-40c0b103d02d" providerId="ADAL" clId="{90A01163-F662-49E1-AC69-9F3824017A38}" dt="2024-12-17T12:57:20.785" v="67" actId="478"/>
          <ac:spMkLst>
            <pc:docMk/>
            <pc:sldMk cId="827532512" sldId="909"/>
            <ac:spMk id="8" creationId="{229A00AD-3C95-5D98-086C-63A715CC6697}"/>
          </ac:spMkLst>
        </pc:spChg>
        <pc:spChg chg="del">
          <ac:chgData name="Chandra Sekar, Shakila" userId="1c3af745-d846-4ae5-8493-40c0b103d02d" providerId="ADAL" clId="{90A01163-F662-49E1-AC69-9F3824017A38}" dt="2024-12-17T12:57:20.785" v="67" actId="478"/>
          <ac:spMkLst>
            <pc:docMk/>
            <pc:sldMk cId="827532512" sldId="909"/>
            <ac:spMk id="9" creationId="{32E95B8E-F957-41C6-9495-A6AB4EC6F7D7}"/>
          </ac:spMkLst>
        </pc:spChg>
        <pc:spChg chg="del">
          <ac:chgData name="Chandra Sekar, Shakila" userId="1c3af745-d846-4ae5-8493-40c0b103d02d" providerId="ADAL" clId="{90A01163-F662-49E1-AC69-9F3824017A38}" dt="2024-12-17T12:57:20.785" v="67" actId="478"/>
          <ac:spMkLst>
            <pc:docMk/>
            <pc:sldMk cId="827532512" sldId="909"/>
            <ac:spMk id="10" creationId="{1755C3EC-8E55-0171-0AE6-EEDF9D843BEA}"/>
          </ac:spMkLst>
        </pc:spChg>
        <pc:spChg chg="del">
          <ac:chgData name="Chandra Sekar, Shakila" userId="1c3af745-d846-4ae5-8493-40c0b103d02d" providerId="ADAL" clId="{90A01163-F662-49E1-AC69-9F3824017A38}" dt="2024-12-17T12:57:20.785" v="67" actId="478"/>
          <ac:spMkLst>
            <pc:docMk/>
            <pc:sldMk cId="827532512" sldId="909"/>
            <ac:spMk id="11" creationId="{DC547F78-486D-5D36-200D-32619DDA0F1B}"/>
          </ac:spMkLst>
        </pc:spChg>
        <pc:spChg chg="del">
          <ac:chgData name="Chandra Sekar, Shakila" userId="1c3af745-d846-4ae5-8493-40c0b103d02d" providerId="ADAL" clId="{90A01163-F662-49E1-AC69-9F3824017A38}" dt="2024-12-17T12:57:20.785" v="67" actId="478"/>
          <ac:spMkLst>
            <pc:docMk/>
            <pc:sldMk cId="827532512" sldId="909"/>
            <ac:spMk id="15" creationId="{ED5E02F1-1554-6150-05C4-78B26DEA7EB6}"/>
          </ac:spMkLst>
        </pc:spChg>
        <pc:spChg chg="del">
          <ac:chgData name="Chandra Sekar, Shakila" userId="1c3af745-d846-4ae5-8493-40c0b103d02d" providerId="ADAL" clId="{90A01163-F662-49E1-AC69-9F3824017A38}" dt="2024-12-17T12:57:20.785" v="67" actId="478"/>
          <ac:spMkLst>
            <pc:docMk/>
            <pc:sldMk cId="827532512" sldId="909"/>
            <ac:spMk id="16" creationId="{61B2F149-ED76-564A-DEAF-D3EB10A3F840}"/>
          </ac:spMkLst>
        </pc:spChg>
        <pc:spChg chg="add del mod">
          <ac:chgData name="Chandra Sekar, Shakila" userId="1c3af745-d846-4ae5-8493-40c0b103d02d" providerId="ADAL" clId="{90A01163-F662-49E1-AC69-9F3824017A38}" dt="2024-12-17T12:57:29.227" v="68" actId="478"/>
          <ac:spMkLst>
            <pc:docMk/>
            <pc:sldMk cId="827532512" sldId="909"/>
            <ac:spMk id="18" creationId="{A0CD8980-7FB3-AB8B-7991-EFC5B29DE6DC}"/>
          </ac:spMkLst>
        </pc:spChg>
        <pc:spChg chg="add del mod">
          <ac:chgData name="Chandra Sekar, Shakila" userId="1c3af745-d846-4ae5-8493-40c0b103d02d" providerId="ADAL" clId="{90A01163-F662-49E1-AC69-9F3824017A38}" dt="2024-12-17T12:57:29.227" v="68" actId="478"/>
          <ac:spMkLst>
            <pc:docMk/>
            <pc:sldMk cId="827532512" sldId="909"/>
            <ac:spMk id="20" creationId="{E2E759CE-132D-30D9-6D28-08FCB272A550}"/>
          </ac:spMkLst>
        </pc:spChg>
        <pc:spChg chg="add del mod">
          <ac:chgData name="Chandra Sekar, Shakila" userId="1c3af745-d846-4ae5-8493-40c0b103d02d" providerId="ADAL" clId="{90A01163-F662-49E1-AC69-9F3824017A38}" dt="2024-12-17T12:57:29.227" v="68" actId="478"/>
          <ac:spMkLst>
            <pc:docMk/>
            <pc:sldMk cId="827532512" sldId="909"/>
            <ac:spMk id="22" creationId="{C1A8A8E7-2333-4969-7526-B5132ABEBBD2}"/>
          </ac:spMkLst>
        </pc:spChg>
        <pc:spChg chg="add del mod">
          <ac:chgData name="Chandra Sekar, Shakila" userId="1c3af745-d846-4ae5-8493-40c0b103d02d" providerId="ADAL" clId="{90A01163-F662-49E1-AC69-9F3824017A38}" dt="2024-12-17T12:57:29.227" v="68" actId="478"/>
          <ac:spMkLst>
            <pc:docMk/>
            <pc:sldMk cId="827532512" sldId="909"/>
            <ac:spMk id="24" creationId="{BAA157A1-680E-56BA-3355-EA9A943FCC70}"/>
          </ac:spMkLst>
        </pc:spChg>
        <pc:spChg chg="add del mod">
          <ac:chgData name="Chandra Sekar, Shakila" userId="1c3af745-d846-4ae5-8493-40c0b103d02d" providerId="ADAL" clId="{90A01163-F662-49E1-AC69-9F3824017A38}" dt="2024-12-17T12:57:29.227" v="68" actId="478"/>
          <ac:spMkLst>
            <pc:docMk/>
            <pc:sldMk cId="827532512" sldId="909"/>
            <ac:spMk id="26" creationId="{7B53EE39-5740-AE7B-0A98-CEEF4B9FDB2E}"/>
          </ac:spMkLst>
        </pc:spChg>
        <pc:spChg chg="add del mod">
          <ac:chgData name="Chandra Sekar, Shakila" userId="1c3af745-d846-4ae5-8493-40c0b103d02d" providerId="ADAL" clId="{90A01163-F662-49E1-AC69-9F3824017A38}" dt="2024-12-17T12:57:29.227" v="68" actId="478"/>
          <ac:spMkLst>
            <pc:docMk/>
            <pc:sldMk cId="827532512" sldId="909"/>
            <ac:spMk id="28" creationId="{C570DDD2-A93B-BE1A-A6B2-B9B7E34CBA93}"/>
          </ac:spMkLst>
        </pc:spChg>
      </pc:sldChg>
      <pc:sldChg chg="addSp delSp modSp mod">
        <pc:chgData name="Chandra Sekar, Shakila" userId="1c3af745-d846-4ae5-8493-40c0b103d02d" providerId="ADAL" clId="{90A01163-F662-49E1-AC69-9F3824017A38}" dt="2024-12-17T12:58:30.654" v="72" actId="1076"/>
        <pc:sldMkLst>
          <pc:docMk/>
          <pc:sldMk cId="1085243194" sldId="910"/>
        </pc:sldMkLst>
        <pc:spChg chg="del">
          <ac:chgData name="Chandra Sekar, Shakila" userId="1c3af745-d846-4ae5-8493-40c0b103d02d" providerId="ADAL" clId="{90A01163-F662-49E1-AC69-9F3824017A38}" dt="2024-12-17T12:57:43.838" v="69" actId="478"/>
          <ac:spMkLst>
            <pc:docMk/>
            <pc:sldMk cId="1085243194" sldId="910"/>
            <ac:spMk id="3" creationId="{6B53896A-83B1-C416-0072-0DB99ED900C9}"/>
          </ac:spMkLst>
        </pc:spChg>
        <pc:spChg chg="del">
          <ac:chgData name="Chandra Sekar, Shakila" userId="1c3af745-d846-4ae5-8493-40c0b103d02d" providerId="ADAL" clId="{90A01163-F662-49E1-AC69-9F3824017A38}" dt="2024-12-17T12:57:43.838" v="69" actId="478"/>
          <ac:spMkLst>
            <pc:docMk/>
            <pc:sldMk cId="1085243194" sldId="910"/>
            <ac:spMk id="4" creationId="{17FD4677-4198-2FC4-DC83-7F981EE52B40}"/>
          </ac:spMkLst>
        </pc:spChg>
        <pc:spChg chg="del">
          <ac:chgData name="Chandra Sekar, Shakila" userId="1c3af745-d846-4ae5-8493-40c0b103d02d" providerId="ADAL" clId="{90A01163-F662-49E1-AC69-9F3824017A38}" dt="2024-12-17T12:57:43.838" v="69" actId="478"/>
          <ac:spMkLst>
            <pc:docMk/>
            <pc:sldMk cId="1085243194" sldId="910"/>
            <ac:spMk id="5" creationId="{9DEC4670-F317-994D-7BC1-083DB38FE69F}"/>
          </ac:spMkLst>
        </pc:spChg>
        <pc:spChg chg="mod">
          <ac:chgData name="Chandra Sekar, Shakila" userId="1c3af745-d846-4ae5-8493-40c0b103d02d" providerId="ADAL" clId="{90A01163-F662-49E1-AC69-9F3824017A38}" dt="2024-12-17T12:58:30.654" v="72" actId="1076"/>
          <ac:spMkLst>
            <pc:docMk/>
            <pc:sldMk cId="1085243194" sldId="910"/>
            <ac:spMk id="6" creationId="{7A3FD67A-E272-724A-BD10-8950C3D568A2}"/>
          </ac:spMkLst>
        </pc:spChg>
        <pc:spChg chg="mod">
          <ac:chgData name="Chandra Sekar, Shakila" userId="1c3af745-d846-4ae5-8493-40c0b103d02d" providerId="ADAL" clId="{90A01163-F662-49E1-AC69-9F3824017A38}" dt="2024-12-17T12:58:30.654" v="72" actId="1076"/>
          <ac:spMkLst>
            <pc:docMk/>
            <pc:sldMk cId="1085243194" sldId="910"/>
            <ac:spMk id="7" creationId="{AE390EFF-FB82-3A6C-4420-92C391FCA733}"/>
          </ac:spMkLst>
        </pc:spChg>
        <pc:spChg chg="mod">
          <ac:chgData name="Chandra Sekar, Shakila" userId="1c3af745-d846-4ae5-8493-40c0b103d02d" providerId="ADAL" clId="{90A01163-F662-49E1-AC69-9F3824017A38}" dt="2024-12-17T12:58:30.654" v="72" actId="1076"/>
          <ac:spMkLst>
            <pc:docMk/>
            <pc:sldMk cId="1085243194" sldId="910"/>
            <ac:spMk id="8" creationId="{229A00AD-3C95-5D98-086C-63A715CC6697}"/>
          </ac:spMkLst>
        </pc:spChg>
        <pc:spChg chg="mod">
          <ac:chgData name="Chandra Sekar, Shakila" userId="1c3af745-d846-4ae5-8493-40c0b103d02d" providerId="ADAL" clId="{90A01163-F662-49E1-AC69-9F3824017A38}" dt="2024-12-17T12:58:30.654" v="72" actId="1076"/>
          <ac:spMkLst>
            <pc:docMk/>
            <pc:sldMk cId="1085243194" sldId="910"/>
            <ac:spMk id="9" creationId="{32E95B8E-F957-41C6-9495-A6AB4EC6F7D7}"/>
          </ac:spMkLst>
        </pc:spChg>
        <pc:spChg chg="mod">
          <ac:chgData name="Chandra Sekar, Shakila" userId="1c3af745-d846-4ae5-8493-40c0b103d02d" providerId="ADAL" clId="{90A01163-F662-49E1-AC69-9F3824017A38}" dt="2024-12-17T12:58:30.654" v="72" actId="1076"/>
          <ac:spMkLst>
            <pc:docMk/>
            <pc:sldMk cId="1085243194" sldId="910"/>
            <ac:spMk id="10" creationId="{1755C3EC-8E55-0171-0AE6-EEDF9D843BEA}"/>
          </ac:spMkLst>
        </pc:spChg>
        <pc:spChg chg="mod">
          <ac:chgData name="Chandra Sekar, Shakila" userId="1c3af745-d846-4ae5-8493-40c0b103d02d" providerId="ADAL" clId="{90A01163-F662-49E1-AC69-9F3824017A38}" dt="2024-12-17T12:58:30.654" v="72" actId="1076"/>
          <ac:spMkLst>
            <pc:docMk/>
            <pc:sldMk cId="1085243194" sldId="910"/>
            <ac:spMk id="11" creationId="{DC547F78-486D-5D36-200D-32619DDA0F1B}"/>
          </ac:spMkLst>
        </pc:spChg>
        <pc:spChg chg="mod">
          <ac:chgData name="Chandra Sekar, Shakila" userId="1c3af745-d846-4ae5-8493-40c0b103d02d" providerId="ADAL" clId="{90A01163-F662-49E1-AC69-9F3824017A38}" dt="2024-12-17T12:58:30.654" v="72" actId="1076"/>
          <ac:spMkLst>
            <pc:docMk/>
            <pc:sldMk cId="1085243194" sldId="910"/>
            <ac:spMk id="12" creationId="{F7EA5100-4B2B-E49E-5B36-224FE6B09947}"/>
          </ac:spMkLst>
        </pc:spChg>
        <pc:spChg chg="del">
          <ac:chgData name="Chandra Sekar, Shakila" userId="1c3af745-d846-4ae5-8493-40c0b103d02d" providerId="ADAL" clId="{90A01163-F662-49E1-AC69-9F3824017A38}" dt="2024-12-17T12:57:43.838" v="69" actId="478"/>
          <ac:spMkLst>
            <pc:docMk/>
            <pc:sldMk cId="1085243194" sldId="910"/>
            <ac:spMk id="13" creationId="{AFAD25F1-4918-A850-6CC1-51B951EBC293}"/>
          </ac:spMkLst>
        </pc:spChg>
        <pc:spChg chg="mod">
          <ac:chgData name="Chandra Sekar, Shakila" userId="1c3af745-d846-4ae5-8493-40c0b103d02d" providerId="ADAL" clId="{90A01163-F662-49E1-AC69-9F3824017A38}" dt="2024-12-17T12:58:30.654" v="72" actId="1076"/>
          <ac:spMkLst>
            <pc:docMk/>
            <pc:sldMk cId="1085243194" sldId="910"/>
            <ac:spMk id="15" creationId="{ED5E02F1-1554-6150-05C4-78B26DEA7EB6}"/>
          </ac:spMkLst>
        </pc:spChg>
        <pc:spChg chg="mod">
          <ac:chgData name="Chandra Sekar, Shakila" userId="1c3af745-d846-4ae5-8493-40c0b103d02d" providerId="ADAL" clId="{90A01163-F662-49E1-AC69-9F3824017A38}" dt="2024-12-17T12:58:30.654" v="72" actId="1076"/>
          <ac:spMkLst>
            <pc:docMk/>
            <pc:sldMk cId="1085243194" sldId="910"/>
            <ac:spMk id="16" creationId="{61B2F149-ED76-564A-DEAF-D3EB10A3F840}"/>
          </ac:spMkLst>
        </pc:spChg>
        <pc:spChg chg="add del mod">
          <ac:chgData name="Chandra Sekar, Shakila" userId="1c3af745-d846-4ae5-8493-40c0b103d02d" providerId="ADAL" clId="{90A01163-F662-49E1-AC69-9F3824017A38}" dt="2024-12-17T12:57:52.476" v="70" actId="478"/>
          <ac:spMkLst>
            <pc:docMk/>
            <pc:sldMk cId="1085243194" sldId="910"/>
            <ac:spMk id="18" creationId="{10119710-F560-E8FB-9DB4-7E7EE1B56E2F}"/>
          </ac:spMkLst>
        </pc:spChg>
        <pc:spChg chg="add del mod">
          <ac:chgData name="Chandra Sekar, Shakila" userId="1c3af745-d846-4ae5-8493-40c0b103d02d" providerId="ADAL" clId="{90A01163-F662-49E1-AC69-9F3824017A38}" dt="2024-12-17T12:57:52.476" v="70" actId="478"/>
          <ac:spMkLst>
            <pc:docMk/>
            <pc:sldMk cId="1085243194" sldId="910"/>
            <ac:spMk id="20" creationId="{C8679E1E-0C51-E313-332A-66CECC650416}"/>
          </ac:spMkLst>
        </pc:spChg>
        <pc:spChg chg="add del mod">
          <ac:chgData name="Chandra Sekar, Shakila" userId="1c3af745-d846-4ae5-8493-40c0b103d02d" providerId="ADAL" clId="{90A01163-F662-49E1-AC69-9F3824017A38}" dt="2024-12-17T12:57:52.476" v="70" actId="478"/>
          <ac:spMkLst>
            <pc:docMk/>
            <pc:sldMk cId="1085243194" sldId="910"/>
            <ac:spMk id="22" creationId="{C9A46855-778F-F18C-0A3E-35A7299E047E}"/>
          </ac:spMkLst>
        </pc:spChg>
      </pc:sldChg>
      <pc:sldChg chg="addSp delSp modSp mod">
        <pc:chgData name="Chandra Sekar, Shakila" userId="1c3af745-d846-4ae5-8493-40c0b103d02d" providerId="ADAL" clId="{90A01163-F662-49E1-AC69-9F3824017A38}" dt="2024-12-17T12:58:49.251" v="74" actId="478"/>
        <pc:sldMkLst>
          <pc:docMk/>
          <pc:sldMk cId="1105247999" sldId="911"/>
        </pc:sldMkLst>
        <pc:spChg chg="del">
          <ac:chgData name="Chandra Sekar, Shakila" userId="1c3af745-d846-4ae5-8493-40c0b103d02d" providerId="ADAL" clId="{90A01163-F662-49E1-AC69-9F3824017A38}" dt="2024-12-17T12:58:45.178" v="73" actId="478"/>
          <ac:spMkLst>
            <pc:docMk/>
            <pc:sldMk cId="1105247999" sldId="911"/>
            <ac:spMk id="9" creationId="{32E95B8E-F957-41C6-9495-A6AB4EC6F7D7}"/>
          </ac:spMkLst>
        </pc:spChg>
        <pc:spChg chg="del">
          <ac:chgData name="Chandra Sekar, Shakila" userId="1c3af745-d846-4ae5-8493-40c0b103d02d" providerId="ADAL" clId="{90A01163-F662-49E1-AC69-9F3824017A38}" dt="2024-12-17T12:58:45.178" v="73" actId="478"/>
          <ac:spMkLst>
            <pc:docMk/>
            <pc:sldMk cId="1105247999" sldId="911"/>
            <ac:spMk id="10" creationId="{1755C3EC-8E55-0171-0AE6-EEDF9D843BEA}"/>
          </ac:spMkLst>
        </pc:spChg>
        <pc:spChg chg="del">
          <ac:chgData name="Chandra Sekar, Shakila" userId="1c3af745-d846-4ae5-8493-40c0b103d02d" providerId="ADAL" clId="{90A01163-F662-49E1-AC69-9F3824017A38}" dt="2024-12-17T12:58:45.178" v="73" actId="478"/>
          <ac:spMkLst>
            <pc:docMk/>
            <pc:sldMk cId="1105247999" sldId="911"/>
            <ac:spMk id="11" creationId="{DC547F78-486D-5D36-200D-32619DDA0F1B}"/>
          </ac:spMkLst>
        </pc:spChg>
        <pc:spChg chg="del">
          <ac:chgData name="Chandra Sekar, Shakila" userId="1c3af745-d846-4ae5-8493-40c0b103d02d" providerId="ADAL" clId="{90A01163-F662-49E1-AC69-9F3824017A38}" dt="2024-12-17T12:58:45.178" v="73" actId="478"/>
          <ac:spMkLst>
            <pc:docMk/>
            <pc:sldMk cId="1105247999" sldId="911"/>
            <ac:spMk id="16" creationId="{61B2F149-ED76-564A-DEAF-D3EB10A3F840}"/>
          </ac:spMkLst>
        </pc:spChg>
        <pc:spChg chg="add del mod">
          <ac:chgData name="Chandra Sekar, Shakila" userId="1c3af745-d846-4ae5-8493-40c0b103d02d" providerId="ADAL" clId="{90A01163-F662-49E1-AC69-9F3824017A38}" dt="2024-12-17T12:58:49.251" v="74" actId="478"/>
          <ac:spMkLst>
            <pc:docMk/>
            <pc:sldMk cId="1105247999" sldId="911"/>
            <ac:spMk id="18" creationId="{B1A8EA0B-4E7F-8A52-193D-59A582C8B5A4}"/>
          </ac:spMkLst>
        </pc:spChg>
        <pc:spChg chg="add del mod">
          <ac:chgData name="Chandra Sekar, Shakila" userId="1c3af745-d846-4ae5-8493-40c0b103d02d" providerId="ADAL" clId="{90A01163-F662-49E1-AC69-9F3824017A38}" dt="2024-12-17T12:58:49.251" v="74" actId="478"/>
          <ac:spMkLst>
            <pc:docMk/>
            <pc:sldMk cId="1105247999" sldId="911"/>
            <ac:spMk id="20" creationId="{DF7069E7-B42A-CA3D-8BD5-6AE2387A8A6A}"/>
          </ac:spMkLst>
        </pc:spChg>
        <pc:spChg chg="add del mod">
          <ac:chgData name="Chandra Sekar, Shakila" userId="1c3af745-d846-4ae5-8493-40c0b103d02d" providerId="ADAL" clId="{90A01163-F662-49E1-AC69-9F3824017A38}" dt="2024-12-17T12:58:49.251" v="74" actId="478"/>
          <ac:spMkLst>
            <pc:docMk/>
            <pc:sldMk cId="1105247999" sldId="911"/>
            <ac:spMk id="22" creationId="{B03934FF-3A20-ED42-A874-E970534057F8}"/>
          </ac:spMkLst>
        </pc:spChg>
      </pc:sldChg>
      <pc:sldChg chg="addSp delSp modSp mod">
        <pc:chgData name="Chandra Sekar, Shakila" userId="1c3af745-d846-4ae5-8493-40c0b103d02d" providerId="ADAL" clId="{90A01163-F662-49E1-AC69-9F3824017A38}" dt="2024-12-17T12:56:56.718" v="65"/>
        <pc:sldMkLst>
          <pc:docMk/>
          <pc:sldMk cId="234042325" sldId="912"/>
        </pc:sldMkLst>
        <pc:spChg chg="del">
          <ac:chgData name="Chandra Sekar, Shakila" userId="1c3af745-d846-4ae5-8493-40c0b103d02d" providerId="ADAL" clId="{90A01163-F662-49E1-AC69-9F3824017A38}" dt="2024-12-17T12:55:21.965" v="53" actId="478"/>
          <ac:spMkLst>
            <pc:docMk/>
            <pc:sldMk cId="234042325" sldId="912"/>
            <ac:spMk id="9" creationId="{32E95B8E-F957-41C6-9495-A6AB4EC6F7D7}"/>
          </ac:spMkLst>
        </pc:spChg>
        <pc:spChg chg="del">
          <ac:chgData name="Chandra Sekar, Shakila" userId="1c3af745-d846-4ae5-8493-40c0b103d02d" providerId="ADAL" clId="{90A01163-F662-49E1-AC69-9F3824017A38}" dt="2024-12-17T12:55:21.965" v="53" actId="478"/>
          <ac:spMkLst>
            <pc:docMk/>
            <pc:sldMk cId="234042325" sldId="912"/>
            <ac:spMk id="10" creationId="{1755C3EC-8E55-0171-0AE6-EEDF9D843BEA}"/>
          </ac:spMkLst>
        </pc:spChg>
        <pc:spChg chg="del">
          <ac:chgData name="Chandra Sekar, Shakila" userId="1c3af745-d846-4ae5-8493-40c0b103d02d" providerId="ADAL" clId="{90A01163-F662-49E1-AC69-9F3824017A38}" dt="2024-12-17T12:55:21.965" v="53" actId="478"/>
          <ac:spMkLst>
            <pc:docMk/>
            <pc:sldMk cId="234042325" sldId="912"/>
            <ac:spMk id="11" creationId="{DC547F78-486D-5D36-200D-32619DDA0F1B}"/>
          </ac:spMkLst>
        </pc:spChg>
        <pc:spChg chg="del">
          <ac:chgData name="Chandra Sekar, Shakila" userId="1c3af745-d846-4ae5-8493-40c0b103d02d" providerId="ADAL" clId="{90A01163-F662-49E1-AC69-9F3824017A38}" dt="2024-12-17T12:55:21.965" v="53" actId="478"/>
          <ac:spMkLst>
            <pc:docMk/>
            <pc:sldMk cId="234042325" sldId="912"/>
            <ac:spMk id="16" creationId="{61B2F149-ED76-564A-DEAF-D3EB10A3F840}"/>
          </ac:spMkLst>
        </pc:spChg>
        <pc:spChg chg="add del mod">
          <ac:chgData name="Chandra Sekar, Shakila" userId="1c3af745-d846-4ae5-8493-40c0b103d02d" providerId="ADAL" clId="{90A01163-F662-49E1-AC69-9F3824017A38}" dt="2024-12-17T12:55:26.478" v="54" actId="478"/>
          <ac:spMkLst>
            <pc:docMk/>
            <pc:sldMk cId="234042325" sldId="912"/>
            <ac:spMk id="18" creationId="{48C2BFFF-9F35-E4D0-5011-EB16FEAFBFB5}"/>
          </ac:spMkLst>
        </pc:spChg>
        <pc:spChg chg="add del mod">
          <ac:chgData name="Chandra Sekar, Shakila" userId="1c3af745-d846-4ae5-8493-40c0b103d02d" providerId="ADAL" clId="{90A01163-F662-49E1-AC69-9F3824017A38}" dt="2024-12-17T12:55:26.478" v="54" actId="478"/>
          <ac:spMkLst>
            <pc:docMk/>
            <pc:sldMk cId="234042325" sldId="912"/>
            <ac:spMk id="20" creationId="{1B8C4916-7784-31B9-6FB8-E29F8CBC4791}"/>
          </ac:spMkLst>
        </pc:spChg>
        <pc:spChg chg="add del mod">
          <ac:chgData name="Chandra Sekar, Shakila" userId="1c3af745-d846-4ae5-8493-40c0b103d02d" providerId="ADAL" clId="{90A01163-F662-49E1-AC69-9F3824017A38}" dt="2024-12-17T12:55:26.478" v="54" actId="478"/>
          <ac:spMkLst>
            <pc:docMk/>
            <pc:sldMk cId="234042325" sldId="912"/>
            <ac:spMk id="22" creationId="{5D91EEF3-0DAF-26C3-109C-8A2AB878D23C}"/>
          </ac:spMkLst>
        </pc:spChg>
        <pc:spChg chg="add mod">
          <ac:chgData name="Chandra Sekar, Shakila" userId="1c3af745-d846-4ae5-8493-40c0b103d02d" providerId="ADAL" clId="{90A01163-F662-49E1-AC69-9F3824017A38}" dt="2024-12-17T12:56:56.718" v="65"/>
          <ac:spMkLst>
            <pc:docMk/>
            <pc:sldMk cId="234042325" sldId="912"/>
            <ac:spMk id="23" creationId="{7A3FD67A-E272-724A-BD10-8950C3D568A2}"/>
          </ac:spMkLst>
        </pc:spChg>
        <pc:spChg chg="add mod">
          <ac:chgData name="Chandra Sekar, Shakila" userId="1c3af745-d846-4ae5-8493-40c0b103d02d" providerId="ADAL" clId="{90A01163-F662-49E1-AC69-9F3824017A38}" dt="2024-12-17T12:56:56.718" v="65"/>
          <ac:spMkLst>
            <pc:docMk/>
            <pc:sldMk cId="234042325" sldId="912"/>
            <ac:spMk id="24" creationId="{AE390EFF-FB82-3A6C-4420-92C391FCA733}"/>
          </ac:spMkLst>
        </pc:spChg>
        <pc:spChg chg="add mod">
          <ac:chgData name="Chandra Sekar, Shakila" userId="1c3af745-d846-4ae5-8493-40c0b103d02d" providerId="ADAL" clId="{90A01163-F662-49E1-AC69-9F3824017A38}" dt="2024-12-17T12:56:56.718" v="65"/>
          <ac:spMkLst>
            <pc:docMk/>
            <pc:sldMk cId="234042325" sldId="912"/>
            <ac:spMk id="25" creationId="{229A00AD-3C95-5D98-086C-63A715CC6697}"/>
          </ac:spMkLst>
        </pc:spChg>
        <pc:spChg chg="add mod">
          <ac:chgData name="Chandra Sekar, Shakila" userId="1c3af745-d846-4ae5-8493-40c0b103d02d" providerId="ADAL" clId="{90A01163-F662-49E1-AC69-9F3824017A38}" dt="2024-12-17T12:56:56.718" v="65"/>
          <ac:spMkLst>
            <pc:docMk/>
            <pc:sldMk cId="234042325" sldId="912"/>
            <ac:spMk id="26" creationId="{F7EA5100-4B2B-E49E-5B36-224FE6B09947}"/>
          </ac:spMkLst>
        </pc:spChg>
        <pc:spChg chg="add mod">
          <ac:chgData name="Chandra Sekar, Shakila" userId="1c3af745-d846-4ae5-8493-40c0b103d02d" providerId="ADAL" clId="{90A01163-F662-49E1-AC69-9F3824017A38}" dt="2024-12-17T12:56:55.996" v="64" actId="1076"/>
          <ac:spMkLst>
            <pc:docMk/>
            <pc:sldMk cId="234042325" sldId="912"/>
            <ac:spMk id="27" creationId="{ED5E02F1-1554-6150-05C4-78B26DEA7EB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BD7333-DD87-4773-BED3-E2892A4094EE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0E21C-7E3E-40C1-A5B4-152F0F11E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0446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9D084F-DC83-4EB0-8CED-52E9AA3ECA1C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157E0A-F321-48DC-AF94-681D4DCF3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04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980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4004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2310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419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8582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4396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9679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2757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2856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4358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373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459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3571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6848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779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430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hyperlink" Target="https://ts.accenture.com/sites/BrandSpace/" TargetMode="External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1">
    <p:bg>
      <p:bgPr>
        <a:solidFill>
          <a:srgbClr val="46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FD4AAC0-F751-46EB-8079-A450A25A1BB8}"/>
              </a:ext>
            </a:extLst>
          </p:cNvPr>
          <p:cNvSpPr txBox="1"/>
          <p:nvPr userDrawn="1"/>
        </p:nvSpPr>
        <p:spPr>
          <a:xfrm>
            <a:off x="8541567" y="333907"/>
            <a:ext cx="3268523" cy="261610"/>
          </a:xfrm>
          <a:prstGeom prst="rect">
            <a:avLst/>
          </a:prstGeom>
          <a:noFill/>
        </p:spPr>
        <p:txBody>
          <a:bodyPr wrap="none" lIns="0" tIns="0" rIns="0" bIns="45720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Learning and Knowledge Management</a:t>
            </a:r>
          </a:p>
        </p:txBody>
      </p:sp>
      <p:pic>
        <p:nvPicPr>
          <p:cNvPr id="17" name="Picture 16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6D426E45-BF68-45FC-A78A-ECD2DA319A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60607" y="5376231"/>
            <a:ext cx="670786" cy="71024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A4EDA83-F817-4C2D-A344-7AAEB7C314E2}"/>
              </a:ext>
            </a:extLst>
          </p:cNvPr>
          <p:cNvSpPr txBox="1"/>
          <p:nvPr userDrawn="1"/>
        </p:nvSpPr>
        <p:spPr>
          <a:xfrm>
            <a:off x="8698890" y="6530974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>
                  <a:alpha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30B299F-0B1A-44CC-A42E-B8D0EC9222E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ct val="90000"/>
              </a:lnSpc>
              <a:defRPr sz="48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0CD37E8D-57DB-4CA6-97CE-E569D34600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cap="none" spc="0" baseline="0" dirty="0" smtClean="0">
                <a:solidFill>
                  <a:schemeClr val="bg1"/>
                </a:solidFill>
                <a:latin typeface="Palatino Linotype" panose="02040502050505030304" pitchFamily="18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Palatino Linotype 24pt</a:t>
            </a:r>
          </a:p>
        </p:txBody>
      </p:sp>
    </p:spTree>
    <p:extLst>
      <p:ext uri="{BB962C8B-B14F-4D97-AF65-F5344CB8AC3E}">
        <p14:creationId xmlns:p14="http://schemas.microsoft.com/office/powerpoint/2010/main" val="67813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1">
    <p:bg>
      <p:bgPr>
        <a:solidFill>
          <a:srgbClr val="46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FD4AAC0-F751-46EB-8079-A450A25A1BB8}"/>
              </a:ext>
            </a:extLst>
          </p:cNvPr>
          <p:cNvSpPr txBox="1"/>
          <p:nvPr userDrawn="1"/>
        </p:nvSpPr>
        <p:spPr>
          <a:xfrm>
            <a:off x="8541567" y="333907"/>
            <a:ext cx="3268523" cy="261610"/>
          </a:xfrm>
          <a:prstGeom prst="rect">
            <a:avLst/>
          </a:prstGeom>
          <a:noFill/>
        </p:spPr>
        <p:txBody>
          <a:bodyPr wrap="none" lIns="0" tIns="0" rIns="0" bIns="45720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Learning and Knowledge Management</a:t>
            </a:r>
          </a:p>
        </p:txBody>
      </p:sp>
      <p:pic>
        <p:nvPicPr>
          <p:cNvPr id="9" name="Graphic 5">
            <a:extLst>
              <a:ext uri="{FF2B5EF4-FFF2-40B4-BE49-F238E27FC236}">
                <a16:creationId xmlns:a16="http://schemas.microsoft.com/office/drawing/2014/main" id="{F41CAB4C-D5DF-4654-AACC-E67A694117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53884" y="5376231"/>
            <a:ext cx="1884233" cy="49801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8854AAF-E8D1-4A70-8B1D-AA83E95FF4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ct val="90000"/>
              </a:lnSpc>
              <a:defRPr sz="48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E1FBF5D-2A56-4304-B506-6F10112A67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cap="none" spc="0" baseline="0" dirty="0" smtClean="0">
                <a:solidFill>
                  <a:schemeClr val="bg1"/>
                </a:solidFill>
                <a:latin typeface="Palatino Linotype" panose="02040502050505030304" pitchFamily="18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Palatino Linotype 24pt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6016B1-D2EE-4217-AEA7-B42329515F41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742949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2">
    <p:bg>
      <p:bgPr>
        <a:solidFill>
          <a:srgbClr val="750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FED008A-CBAF-452F-A33C-DEB1219A863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8D86E0-9F0E-4638-BF28-A76741A2A03A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C89A19-F3E6-4879-A21A-E269F7029DD6}"/>
              </a:ext>
            </a:extLst>
          </p:cNvPr>
          <p:cNvSpPr txBox="1"/>
          <p:nvPr userDrawn="1"/>
        </p:nvSpPr>
        <p:spPr>
          <a:xfrm>
            <a:off x="381000" y="6058209"/>
            <a:ext cx="3112110" cy="25369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19739522-B347-4E43-9A62-3B4ACFEE21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CB00D16C-96AD-4748-BE07-0661DAEA5D3C}"/>
              </a:ext>
            </a:extLst>
          </p:cNvPr>
          <p:cNvSpPr txBox="1"/>
          <p:nvPr userDrawn="1"/>
        </p:nvSpPr>
        <p:spPr>
          <a:xfrm>
            <a:off x="8541567" y="333907"/>
            <a:ext cx="3268523" cy="261610"/>
          </a:xfrm>
          <a:prstGeom prst="rect">
            <a:avLst/>
          </a:prstGeom>
          <a:noFill/>
        </p:spPr>
        <p:txBody>
          <a:bodyPr wrap="none" lIns="0" tIns="0" rIns="0" bIns="45720" rtlCol="0">
            <a:spAutoFit/>
          </a:bodyPr>
          <a:lstStyle/>
          <a:p>
            <a:r>
              <a:rPr lang="en-US" sz="1400" b="1"/>
              <a:t>Learning and Knowledge Management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B10DB3DA-DF7E-42B3-8839-4E5B724C48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0" y="1429154"/>
            <a:ext cx="5352287" cy="225571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Place title here 48pt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1DC1CBE7-D1AA-4325-A15B-93499DB02F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i="0" cap="none" spc="0" baseline="0" dirty="0" smtClean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Palatino Linotype 24pt</a:t>
            </a:r>
          </a:p>
        </p:txBody>
      </p:sp>
    </p:spTree>
    <p:extLst>
      <p:ext uri="{BB962C8B-B14F-4D97-AF65-F5344CB8AC3E}">
        <p14:creationId xmlns:p14="http://schemas.microsoft.com/office/powerpoint/2010/main" val="17197797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pos="602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9 - Dark 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B203B71-5933-4CA4-915E-CF0F8D6A8B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089" y="0"/>
            <a:ext cx="12210089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DA464EE-C026-4F29-A605-734485AB69E8}"/>
              </a:ext>
            </a:extLst>
          </p:cNvPr>
          <p:cNvSpPr/>
          <p:nvPr userDrawn="1"/>
        </p:nvSpPr>
        <p:spPr>
          <a:xfrm>
            <a:off x="0" y="9525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3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BA183CA5-FE0E-464C-8E09-B298F1A32C9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5601656"/>
            <a:ext cx="670786" cy="71024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A215715-A106-4D5E-825C-7D9424F25171}"/>
              </a:ext>
            </a:extLst>
          </p:cNvPr>
          <p:cNvSpPr txBox="1"/>
          <p:nvPr userDrawn="1"/>
        </p:nvSpPr>
        <p:spPr>
          <a:xfrm>
            <a:off x="8541567" y="333907"/>
            <a:ext cx="3268523" cy="261610"/>
          </a:xfrm>
          <a:prstGeom prst="rect">
            <a:avLst/>
          </a:prstGeom>
          <a:noFill/>
        </p:spPr>
        <p:txBody>
          <a:bodyPr wrap="none" lIns="0" tIns="0" rIns="0" bIns="45720" rtlCol="0">
            <a:spAutoFit/>
          </a:bodyPr>
          <a:lstStyle/>
          <a:p>
            <a:r>
              <a:rPr lang="en-US" sz="1400" b="1"/>
              <a:t>Learning and Knowledge Management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EF8E90FB-DF23-4B68-A218-659A31FE39B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17388D71-6A40-49BE-9E25-B2254D7DAA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097823"/>
            <a:ext cx="4301168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cap="none" spc="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Palatino Linotype 24pt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2A28A0-28AA-4DB1-AA7F-228417FEC2BF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242439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pos="602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10 - Dark 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4300B70-E88A-4315-8C9F-FF3A70B642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10089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98AA75A-03AB-4F35-AD90-0C2E8AB7ACE8}"/>
              </a:ext>
            </a:extLst>
          </p:cNvPr>
          <p:cNvSpPr/>
          <p:nvPr userDrawn="1"/>
        </p:nvSpPr>
        <p:spPr>
          <a:xfrm>
            <a:off x="0" y="-332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3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5">
            <a:extLst>
              <a:ext uri="{FF2B5EF4-FFF2-40B4-BE49-F238E27FC236}">
                <a16:creationId xmlns:a16="http://schemas.microsoft.com/office/drawing/2014/main" id="{11C7A939-446A-4EF2-B229-BE27A7B5EA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001" y="5813885"/>
            <a:ext cx="1884233" cy="49801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62A4A91-485A-4B0C-8B56-E12B04401589}"/>
              </a:ext>
            </a:extLst>
          </p:cNvPr>
          <p:cNvSpPr txBox="1"/>
          <p:nvPr userDrawn="1"/>
        </p:nvSpPr>
        <p:spPr>
          <a:xfrm>
            <a:off x="8541567" y="333907"/>
            <a:ext cx="3268523" cy="261610"/>
          </a:xfrm>
          <a:prstGeom prst="rect">
            <a:avLst/>
          </a:prstGeom>
          <a:noFill/>
        </p:spPr>
        <p:txBody>
          <a:bodyPr wrap="none" lIns="0" tIns="0" rIns="0" bIns="45720" rtlCol="0">
            <a:spAutoFit/>
          </a:bodyPr>
          <a:lstStyle/>
          <a:p>
            <a:r>
              <a:rPr lang="en-US" sz="1400" b="1"/>
              <a:t>Learning and Knowledge Management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E21986D-745F-482D-ABE6-E199F64F74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C9A2F14D-8CEF-488D-8C9E-98AB2488FB8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097823"/>
            <a:ext cx="4301168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cap="none" spc="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Palatino Linotype 24pt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319426-54F3-423D-B189-489006CA8D45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622495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pos="602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3">
    <p:bg>
      <p:bgPr>
        <a:solidFill>
          <a:srgbClr val="46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B1C54B3-9461-4230-BE95-69C5FB1E4B8D}"/>
              </a:ext>
            </a:extLst>
          </p:cNvPr>
          <p:cNvSpPr txBox="1"/>
          <p:nvPr userDrawn="1"/>
        </p:nvSpPr>
        <p:spPr>
          <a:xfrm>
            <a:off x="8541567" y="333907"/>
            <a:ext cx="3268523" cy="261610"/>
          </a:xfrm>
          <a:prstGeom prst="rect">
            <a:avLst/>
          </a:prstGeom>
          <a:noFill/>
        </p:spPr>
        <p:txBody>
          <a:bodyPr wrap="none" lIns="0" tIns="0" rIns="0" bIns="45720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Learning and Knowledge Management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8BA9272-C7B2-4A9A-B702-0586D63E5AF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800101"/>
            <a:ext cx="7997521" cy="342900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6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Place presentation title here in sentence case, max 3 lines 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DDFA4A91-8699-409E-8E93-4F2C97D8497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419600"/>
            <a:ext cx="6884561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cap="none" spc="0" baseline="0">
                <a:solidFill>
                  <a:schemeClr val="bg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pic>
        <p:nvPicPr>
          <p:cNvPr id="23" name="Graphic 5">
            <a:extLst>
              <a:ext uri="{FF2B5EF4-FFF2-40B4-BE49-F238E27FC236}">
                <a16:creationId xmlns:a16="http://schemas.microsoft.com/office/drawing/2014/main" id="{548E57BA-35F1-4789-B9A9-788645A74E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2644" y="5588460"/>
            <a:ext cx="1884233" cy="49801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0643412-4010-4D31-B103-575F2D61CB6B}"/>
              </a:ext>
            </a:extLst>
          </p:cNvPr>
          <p:cNvSpPr txBox="1"/>
          <p:nvPr userDrawn="1"/>
        </p:nvSpPr>
        <p:spPr>
          <a:xfrm>
            <a:off x="1149093" y="5959153"/>
            <a:ext cx="3102015" cy="1157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/>
                </a:solidFill>
              </a:rPr>
              <a:t>Copyright © 2020 Accenture. All rights reserved.</a:t>
            </a:r>
            <a:endParaRPr lang="en-US" sz="800">
              <a:solidFill>
                <a:schemeClr val="bg1"/>
              </a:solidFill>
            </a:endParaRPr>
          </a:p>
          <a:p>
            <a:pPr algn="r" defTabSz="228600">
              <a:spcAft>
                <a:spcPts val="1200"/>
              </a:spcAft>
            </a:pPr>
            <a:endParaRPr lang="en-US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9162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00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B1C54B3-9461-4230-BE95-69C5FB1E4B8D}"/>
              </a:ext>
            </a:extLst>
          </p:cNvPr>
          <p:cNvSpPr txBox="1"/>
          <p:nvPr userDrawn="1"/>
        </p:nvSpPr>
        <p:spPr>
          <a:xfrm>
            <a:off x="8541567" y="333907"/>
            <a:ext cx="3268523" cy="261610"/>
          </a:xfrm>
          <a:prstGeom prst="rect">
            <a:avLst/>
          </a:prstGeom>
          <a:noFill/>
        </p:spPr>
        <p:txBody>
          <a:bodyPr wrap="none" lIns="0" tIns="0" rIns="0" bIns="45720" rtlCol="0">
            <a:spAutoFit/>
          </a:bodyPr>
          <a:lstStyle/>
          <a:p>
            <a:r>
              <a:rPr lang="en-US" sz="1400" b="1"/>
              <a:t>Learning and Knowledge Management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58D0ACAF-73EA-4512-B877-E30D4DBDF5C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847726"/>
            <a:ext cx="7997521" cy="342900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in sentence case, max 3 lines 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73DC667C-C62F-4C73-80AD-F5682D9346F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467225"/>
            <a:ext cx="6884561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cap="none" spc="0" baseline="0">
                <a:solidFill>
                  <a:srgbClr val="A100FF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pic>
        <p:nvPicPr>
          <p:cNvPr id="18" name="Graphic 7">
            <a:extLst>
              <a:ext uri="{FF2B5EF4-FFF2-40B4-BE49-F238E27FC236}">
                <a16:creationId xmlns:a16="http://schemas.microsoft.com/office/drawing/2014/main" id="{D76E0237-C83D-4FEA-96D7-9294751143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2644" y="5588460"/>
            <a:ext cx="1884233" cy="49801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7C3D583-0F99-48CF-964C-B92C9D8FF849}"/>
              </a:ext>
            </a:extLst>
          </p:cNvPr>
          <p:cNvSpPr txBox="1"/>
          <p:nvPr userDrawn="1"/>
        </p:nvSpPr>
        <p:spPr>
          <a:xfrm>
            <a:off x="1149093" y="5970728"/>
            <a:ext cx="3102015" cy="11574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/>
                </a:solidFill>
              </a:rPr>
              <a:t>Copyright © 2020 Accenture. All rights reserved.</a:t>
            </a:r>
            <a:endParaRPr lang="en-US" noProof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9935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0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11 - Abstract Image">
    <p:bg>
      <p:bgPr>
        <a:solidFill>
          <a:srgbClr val="46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E4DD8FC7-94DD-4714-AE53-7CDC662B804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828676"/>
            <a:ext cx="7997521" cy="342900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6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Place presentation title here in sentence case, max 3 lines 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B8A89FA-D1A9-4169-9FBA-7AB010D8B2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448175"/>
            <a:ext cx="6884561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cap="none" spc="0" baseline="0">
                <a:solidFill>
                  <a:srgbClr val="E6DCFF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pic>
        <p:nvPicPr>
          <p:cNvPr id="15" name="Graphic 5">
            <a:extLst>
              <a:ext uri="{FF2B5EF4-FFF2-40B4-BE49-F238E27FC236}">
                <a16:creationId xmlns:a16="http://schemas.microsoft.com/office/drawing/2014/main" id="{93D8B69F-73C3-4912-B39D-DF7F62A2D0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2644" y="5588460"/>
            <a:ext cx="1884233" cy="49801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7E5FE53-3428-4C65-B758-15E319A98235}"/>
              </a:ext>
            </a:extLst>
          </p:cNvPr>
          <p:cNvSpPr txBox="1"/>
          <p:nvPr userDrawn="1"/>
        </p:nvSpPr>
        <p:spPr>
          <a:xfrm>
            <a:off x="1149093" y="5959153"/>
            <a:ext cx="3102015" cy="1157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/>
                </a:solidFill>
              </a:rPr>
              <a:t>Copyright © 2020 Accenture. All rights reserved.</a:t>
            </a:r>
            <a:endParaRPr lang="en-US" sz="800">
              <a:solidFill>
                <a:schemeClr val="bg1"/>
              </a:solidFill>
            </a:endParaRPr>
          </a:p>
          <a:p>
            <a:pPr algn="r" defTabSz="228600">
              <a:spcAft>
                <a:spcPts val="1200"/>
              </a:spcAft>
            </a:pP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9043B7-4057-42D4-9450-182A3D6BB4D0}"/>
              </a:ext>
            </a:extLst>
          </p:cNvPr>
          <p:cNvSpPr txBox="1"/>
          <p:nvPr userDrawn="1"/>
        </p:nvSpPr>
        <p:spPr>
          <a:xfrm>
            <a:off x="8541567" y="333907"/>
            <a:ext cx="3268523" cy="261610"/>
          </a:xfrm>
          <a:prstGeom prst="rect">
            <a:avLst/>
          </a:prstGeom>
          <a:noFill/>
        </p:spPr>
        <p:txBody>
          <a:bodyPr wrap="none" lIns="0" tIns="0" rIns="0" bIns="45720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Learning and Knowledge Management</a:t>
            </a:r>
          </a:p>
        </p:txBody>
      </p:sp>
    </p:spTree>
    <p:extLst>
      <p:ext uri="{BB962C8B-B14F-4D97-AF65-F5344CB8AC3E}">
        <p14:creationId xmlns:p14="http://schemas.microsoft.com/office/powerpoint/2010/main" val="3997501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8F633B1D-4656-49D2-B988-2E4574B077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 cap="none" baseline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Palatino Linotype 24pt</a:t>
            </a:r>
            <a:endParaRPr lang="en-US"/>
          </a:p>
        </p:txBody>
      </p:sp>
      <p:sp>
        <p:nvSpPr>
          <p:cNvPr id="15" name="Picture Placeholder 18">
            <a:extLst>
              <a:ext uri="{FF2B5EF4-FFF2-40B4-BE49-F238E27FC236}">
                <a16:creationId xmlns:a16="http://schemas.microsoft.com/office/drawing/2014/main" id="{4405C078-EFF6-47FC-A621-6248062F83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prstGeom prst="rect">
            <a:avLst/>
          </a:prstGeom>
          <a:noFill/>
        </p:spPr>
        <p:txBody>
          <a:bodyPr tIns="274320" bIns="274320" anchor="ctr"/>
          <a:lstStyle>
            <a:lvl1pPr marL="0" indent="0" algn="ctr">
              <a:buNone/>
              <a:defRPr sz="1400" b="0" cap="none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F44D3C74-F932-479D-A637-B56161A70D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  <a:prstGeom prst="rect">
            <a:avLst/>
          </a:prstGeom>
        </p:spPr>
        <p:txBody>
          <a:bodyPr anchor="b"/>
          <a:lstStyle>
            <a:lvl1pPr>
              <a:defRPr sz="54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0ABCBC-11AA-4C9F-BEEA-A3248DBEC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172DC30-E0E1-4C11-8741-D044348A782A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752975D4-661C-4705-A3D4-1E221DF14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6105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6A89CB9-DF32-4EC6-B680-DE8368F21F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 cap="none" baseline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Palatino Linotype 24pt</a:t>
            </a:r>
            <a:endParaRPr lang="en-US"/>
          </a:p>
        </p:txBody>
      </p:sp>
      <p:sp>
        <p:nvSpPr>
          <p:cNvPr id="17" name="Picture Placeholder 18">
            <a:extLst>
              <a:ext uri="{FF2B5EF4-FFF2-40B4-BE49-F238E27FC236}">
                <a16:creationId xmlns:a16="http://schemas.microsoft.com/office/drawing/2014/main" id="{9C6878EB-1083-4AA9-97C7-471B9010B22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prstGeom prst="rect">
            <a:avLst/>
          </a:prstGeom>
          <a:noFill/>
        </p:spPr>
        <p:txBody>
          <a:bodyPr tIns="274320" bIns="274320" anchor="ctr"/>
          <a:lstStyle>
            <a:lvl1pPr marL="0" indent="0" algn="ctr">
              <a:buNone/>
              <a:defRPr sz="1400" b="0" cap="none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64C37EBD-E208-46EB-9291-D7B5F75E2F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  <a:prstGeom prst="rect">
            <a:avLst/>
          </a:prstGeom>
        </p:spPr>
        <p:txBody>
          <a:bodyPr anchor="b"/>
          <a:lstStyle>
            <a:lvl1pPr>
              <a:defRPr sz="54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67119C4-761F-407F-B9BD-3E6110CEACF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5FAED9-6991-4701-BFB1-969DB7622DC7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1629FE54-DABA-4A3F-A7DF-1AFBF7E43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2425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>
          <a:xfrm>
            <a:off x="0" y="3428999"/>
            <a:ext cx="12192000" cy="3429001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8C53B5-5579-47A8-9D1A-46B018002B7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B16E873E-8AE6-48EB-8D88-D2E9E9C052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194485"/>
          </a:xfrm>
          <a:prstGeom prst="rect">
            <a:avLst/>
          </a:prstGeom>
        </p:spPr>
        <p:txBody>
          <a:bodyPr anchor="t"/>
          <a:lstStyle>
            <a:lvl1pPr>
              <a:defRPr sz="54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2581E7D-F4A2-4CA5-A6BF-EC6777E45DB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cap="none" baseline="0" dirty="0">
                <a:ln w="38100">
                  <a:solidFill>
                    <a:schemeClr val="tx1"/>
                  </a:solidFill>
                </a:ln>
                <a:noFill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2D567DB1-6B1A-4ECC-8F94-EF61E005CD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8"/>
            <a:ext cx="2993573" cy="21944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 cap="none" baseline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Palatino Linotype 24pt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6F04D5-6840-4C92-A125-B925A08B3E85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18" name="Slide Number Placeholder 6">
            <a:extLst>
              <a:ext uri="{FF2B5EF4-FFF2-40B4-BE49-F238E27FC236}">
                <a16:creationId xmlns:a16="http://schemas.microsoft.com/office/drawing/2014/main" id="{CA5E3579-1565-4850-9C96-3D458625B1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0302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2DC74A-A59C-4EB2-9E67-67E5659D91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DBFE2B-D964-4768-BEA8-2FAFEE046F00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6AC0F809-2BFC-4351-AD83-34D1595770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1064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lank">
    <p:bg>
      <p:bgPr>
        <a:solidFill>
          <a:srgbClr val="46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F7EF55-DF89-4FD5-9CB7-4BAA422C7B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D2C05C-32C0-40FD-8115-DBA71B809BB7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574DD4D-3059-4D0F-83C6-5BDAA7F02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8495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pos="602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132A72A4-6061-492B-9BF1-BE02B584BE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lang="en-GB" sz="1100" b="0"/>
            </a:lvl1pPr>
          </a:lstStyle>
          <a:p>
            <a:r>
              <a:rPr lang="en-US" altLang="ko-KR"/>
              <a:t>Click icon to add picture</a:t>
            </a:r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E7A248-A5A5-43BC-8330-07E849AA4E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87B009-4619-484C-9D61-8482786059DF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C747F-048E-49F6-B798-ADB08734A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9334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rse 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1B0B68-AA7E-4578-B3E7-75E441B35215}"/>
              </a:ext>
            </a:extLst>
          </p:cNvPr>
          <p:cNvSpPr txBox="1"/>
          <p:nvPr userDrawn="1"/>
        </p:nvSpPr>
        <p:spPr>
          <a:xfrm>
            <a:off x="383949" y="447222"/>
            <a:ext cx="10969851" cy="458652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82296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</a:pPr>
            <a:r>
              <a:rPr lang="en-US" sz="3600" b="0" kern="1200" cap="none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Course Objectives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2B06FF-AE37-482C-868A-286529D9EC8B}"/>
              </a:ext>
            </a:extLst>
          </p:cNvPr>
          <p:cNvSpPr txBox="1"/>
          <p:nvPr userDrawn="1"/>
        </p:nvSpPr>
        <p:spPr>
          <a:xfrm>
            <a:off x="468086" y="933874"/>
            <a:ext cx="5865388" cy="353943"/>
          </a:xfrm>
          <a:prstGeom prst="rect">
            <a:avLst/>
          </a:prstGeom>
          <a:noFill/>
        </p:spPr>
        <p:txBody>
          <a:bodyPr wrap="none" lIns="0" tIns="0" rIns="0" bIns="45720" rtlCol="0">
            <a:spAutoFit/>
          </a:bodyPr>
          <a:lstStyle/>
          <a:p>
            <a:pPr lvl="0"/>
            <a:r>
              <a:rPr lang="en-US" sz="2000" b="1">
                <a:solidFill>
                  <a:schemeClr val="tx1"/>
                </a:solidFill>
              </a:rPr>
              <a:t>At the end of this course, you should be able to:</a:t>
            </a:r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69621754-0BA2-486D-94D1-3591D48324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18527" y="1391038"/>
            <a:ext cx="2500410" cy="24892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72FA0A-C6A0-4A18-9B6C-B0EA35B34686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2B5E154A-EFBC-4A3E-8B67-09DD64E6F7A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  <a:prstGeom prst="rect">
            <a:avLst/>
          </a:prstGeom>
        </p:spPr>
        <p:txBody>
          <a:bodyPr/>
          <a:lstStyle>
            <a:lvl1pPr>
              <a:defRPr sz="2400" b="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A9FE733-8F9B-4995-9857-B0B5E55EF4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AF639192-FD61-418C-B3D1-766E5A502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1708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ule 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58AF101C-5D87-4199-9538-2A190793D3E2}"/>
              </a:ext>
            </a:extLst>
          </p:cNvPr>
          <p:cNvGrpSpPr/>
          <p:nvPr userDrawn="1"/>
        </p:nvGrpSpPr>
        <p:grpSpPr>
          <a:xfrm>
            <a:off x="9282456" y="1517156"/>
            <a:ext cx="2572553" cy="2237009"/>
            <a:chOff x="7196318" y="2301786"/>
            <a:chExt cx="889083" cy="773118"/>
          </a:xfrm>
        </p:grpSpPr>
        <p:pic>
          <p:nvPicPr>
            <p:cNvPr id="15" name="Picture 19">
              <a:extLst>
                <a:ext uri="{FF2B5EF4-FFF2-40B4-BE49-F238E27FC236}">
                  <a16:creationId xmlns:a16="http://schemas.microsoft.com/office/drawing/2014/main" id="{422DCCAA-DC80-4F95-A097-10AAFA2CCA3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96318" y="2965697"/>
              <a:ext cx="889083" cy="109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3A2CE09-6585-4FD6-8C5B-5BD6389EA7D4}"/>
                </a:ext>
              </a:extLst>
            </p:cNvPr>
            <p:cNvGrpSpPr/>
            <p:nvPr/>
          </p:nvGrpSpPr>
          <p:grpSpPr>
            <a:xfrm>
              <a:off x="7402731" y="2301786"/>
              <a:ext cx="543219" cy="620422"/>
              <a:chOff x="1420813" y="2441576"/>
              <a:chExt cx="614362" cy="701675"/>
            </a:xfrm>
          </p:grpSpPr>
          <p:sp>
            <p:nvSpPr>
              <p:cNvPr id="17" name="Freeform 26">
                <a:extLst>
                  <a:ext uri="{FF2B5EF4-FFF2-40B4-BE49-F238E27FC236}">
                    <a16:creationId xmlns:a16="http://schemas.microsoft.com/office/drawing/2014/main" id="{0D111403-6FC0-4618-9876-7A3C755242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7025" y="2779713"/>
                <a:ext cx="182563" cy="184150"/>
              </a:xfrm>
              <a:custGeom>
                <a:avLst/>
                <a:gdLst>
                  <a:gd name="T0" fmla="*/ 39 w 49"/>
                  <a:gd name="T1" fmla="*/ 27 h 49"/>
                  <a:gd name="T2" fmla="*/ 17 w 49"/>
                  <a:gd name="T3" fmla="*/ 29 h 49"/>
                  <a:gd name="T4" fmla="*/ 38 w 49"/>
                  <a:gd name="T5" fmla="*/ 4 h 49"/>
                  <a:gd name="T6" fmla="*/ 25 w 49"/>
                  <a:gd name="T7" fmla="*/ 0 h 49"/>
                  <a:gd name="T8" fmla="*/ 0 w 49"/>
                  <a:gd name="T9" fmla="*/ 25 h 49"/>
                  <a:gd name="T10" fmla="*/ 25 w 49"/>
                  <a:gd name="T11" fmla="*/ 49 h 49"/>
                  <a:gd name="T12" fmla="*/ 49 w 49"/>
                  <a:gd name="T13" fmla="*/ 25 h 49"/>
                  <a:gd name="T14" fmla="*/ 48 w 49"/>
                  <a:gd name="T15" fmla="*/ 17 h 49"/>
                  <a:gd name="T16" fmla="*/ 39 w 49"/>
                  <a:gd name="T17" fmla="*/ 2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9" h="49">
                    <a:moveTo>
                      <a:pt x="39" y="27"/>
                    </a:moveTo>
                    <a:cubicBezTo>
                      <a:pt x="17" y="29"/>
                      <a:pt x="17" y="29"/>
                      <a:pt x="17" y="29"/>
                    </a:cubicBezTo>
                    <a:cubicBezTo>
                      <a:pt x="38" y="4"/>
                      <a:pt x="38" y="4"/>
                      <a:pt x="38" y="4"/>
                    </a:cubicBezTo>
                    <a:cubicBezTo>
                      <a:pt x="34" y="2"/>
                      <a:pt x="30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38"/>
                      <a:pt x="11" y="49"/>
                      <a:pt x="25" y="49"/>
                    </a:cubicBezTo>
                    <a:cubicBezTo>
                      <a:pt x="38" y="49"/>
                      <a:pt x="49" y="38"/>
                      <a:pt x="49" y="25"/>
                    </a:cubicBezTo>
                    <a:cubicBezTo>
                      <a:pt x="49" y="22"/>
                      <a:pt x="49" y="19"/>
                      <a:pt x="48" y="17"/>
                    </a:cubicBezTo>
                    <a:lnTo>
                      <a:pt x="39" y="27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E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" name="Freeform 27">
                <a:extLst>
                  <a:ext uri="{FF2B5EF4-FFF2-40B4-BE49-F238E27FC236}">
                    <a16:creationId xmlns:a16="http://schemas.microsoft.com/office/drawing/2014/main" id="{4F351114-39E5-4B50-9F02-C0B40CB656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0813" y="2603501"/>
                <a:ext cx="538163" cy="539750"/>
              </a:xfrm>
              <a:custGeom>
                <a:avLst/>
                <a:gdLst>
                  <a:gd name="T0" fmla="*/ 113 w 144"/>
                  <a:gd name="T1" fmla="*/ 45 h 144"/>
                  <a:gd name="T2" fmla="*/ 121 w 144"/>
                  <a:gd name="T3" fmla="*/ 72 h 144"/>
                  <a:gd name="T4" fmla="*/ 72 w 144"/>
                  <a:gd name="T5" fmla="*/ 121 h 144"/>
                  <a:gd name="T6" fmla="*/ 23 w 144"/>
                  <a:gd name="T7" fmla="*/ 72 h 144"/>
                  <a:gd name="T8" fmla="*/ 72 w 144"/>
                  <a:gd name="T9" fmla="*/ 23 h 144"/>
                  <a:gd name="T10" fmla="*/ 103 w 144"/>
                  <a:gd name="T11" fmla="*/ 34 h 144"/>
                  <a:gd name="T12" fmla="*/ 117 w 144"/>
                  <a:gd name="T13" fmla="*/ 16 h 144"/>
                  <a:gd name="T14" fmla="*/ 72 w 144"/>
                  <a:gd name="T15" fmla="*/ 0 h 144"/>
                  <a:gd name="T16" fmla="*/ 0 w 144"/>
                  <a:gd name="T17" fmla="*/ 72 h 144"/>
                  <a:gd name="T18" fmla="*/ 72 w 144"/>
                  <a:gd name="T19" fmla="*/ 144 h 144"/>
                  <a:gd name="T20" fmla="*/ 144 w 144"/>
                  <a:gd name="T21" fmla="*/ 72 h 144"/>
                  <a:gd name="T22" fmla="*/ 128 w 144"/>
                  <a:gd name="T23" fmla="*/ 27 h 144"/>
                  <a:gd name="T24" fmla="*/ 113 w 144"/>
                  <a:gd name="T25" fmla="*/ 45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4" h="144">
                    <a:moveTo>
                      <a:pt x="113" y="45"/>
                    </a:moveTo>
                    <a:cubicBezTo>
                      <a:pt x="118" y="53"/>
                      <a:pt x="121" y="62"/>
                      <a:pt x="121" y="72"/>
                    </a:cubicBezTo>
                    <a:cubicBezTo>
                      <a:pt x="121" y="99"/>
                      <a:pt x="99" y="121"/>
                      <a:pt x="72" y="121"/>
                    </a:cubicBezTo>
                    <a:cubicBezTo>
                      <a:pt x="45" y="121"/>
                      <a:pt x="23" y="99"/>
                      <a:pt x="23" y="72"/>
                    </a:cubicBezTo>
                    <a:cubicBezTo>
                      <a:pt x="23" y="45"/>
                      <a:pt x="45" y="23"/>
                      <a:pt x="72" y="23"/>
                    </a:cubicBezTo>
                    <a:cubicBezTo>
                      <a:pt x="84" y="23"/>
                      <a:pt x="94" y="27"/>
                      <a:pt x="103" y="34"/>
                    </a:cubicBezTo>
                    <a:cubicBezTo>
                      <a:pt x="117" y="16"/>
                      <a:pt x="117" y="16"/>
                      <a:pt x="117" y="16"/>
                    </a:cubicBezTo>
                    <a:cubicBezTo>
                      <a:pt x="105" y="6"/>
                      <a:pt x="89" y="0"/>
                      <a:pt x="72" y="0"/>
                    </a:cubicBezTo>
                    <a:cubicBezTo>
                      <a:pt x="32" y="0"/>
                      <a:pt x="0" y="32"/>
                      <a:pt x="0" y="72"/>
                    </a:cubicBezTo>
                    <a:cubicBezTo>
                      <a:pt x="0" y="111"/>
                      <a:pt x="32" y="144"/>
                      <a:pt x="72" y="144"/>
                    </a:cubicBezTo>
                    <a:cubicBezTo>
                      <a:pt x="111" y="144"/>
                      <a:pt x="144" y="111"/>
                      <a:pt x="144" y="72"/>
                    </a:cubicBezTo>
                    <a:cubicBezTo>
                      <a:pt x="144" y="55"/>
                      <a:pt x="138" y="39"/>
                      <a:pt x="128" y="27"/>
                    </a:cubicBezTo>
                    <a:lnTo>
                      <a:pt x="113" y="45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E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Freeform 28">
                <a:extLst>
                  <a:ext uri="{FF2B5EF4-FFF2-40B4-BE49-F238E27FC236}">
                    <a16:creationId xmlns:a16="http://schemas.microsoft.com/office/drawing/2014/main" id="{3CA9F99D-6A85-4381-B285-E266023D41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0525" y="2441576"/>
                <a:ext cx="374650" cy="447675"/>
              </a:xfrm>
              <a:custGeom>
                <a:avLst/>
                <a:gdLst>
                  <a:gd name="T0" fmla="*/ 236 w 236"/>
                  <a:gd name="T1" fmla="*/ 50 h 282"/>
                  <a:gd name="T2" fmla="*/ 181 w 236"/>
                  <a:gd name="T3" fmla="*/ 55 h 282"/>
                  <a:gd name="T4" fmla="*/ 177 w 236"/>
                  <a:gd name="T5" fmla="*/ 0 h 282"/>
                  <a:gd name="T6" fmla="*/ 132 w 236"/>
                  <a:gd name="T7" fmla="*/ 55 h 282"/>
                  <a:gd name="T8" fmla="*/ 127 w 236"/>
                  <a:gd name="T9" fmla="*/ 95 h 282"/>
                  <a:gd name="T10" fmla="*/ 5 w 236"/>
                  <a:gd name="T11" fmla="*/ 248 h 282"/>
                  <a:gd name="T12" fmla="*/ 0 w 236"/>
                  <a:gd name="T13" fmla="*/ 282 h 282"/>
                  <a:gd name="T14" fmla="*/ 33 w 236"/>
                  <a:gd name="T15" fmla="*/ 270 h 282"/>
                  <a:gd name="T16" fmla="*/ 156 w 236"/>
                  <a:gd name="T17" fmla="*/ 116 h 282"/>
                  <a:gd name="T18" fmla="*/ 193 w 236"/>
                  <a:gd name="T19" fmla="*/ 104 h 282"/>
                  <a:gd name="T20" fmla="*/ 236 w 236"/>
                  <a:gd name="T21" fmla="*/ 50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36" h="282">
                    <a:moveTo>
                      <a:pt x="236" y="50"/>
                    </a:moveTo>
                    <a:lnTo>
                      <a:pt x="181" y="55"/>
                    </a:lnTo>
                    <a:lnTo>
                      <a:pt x="177" y="0"/>
                    </a:lnTo>
                    <a:lnTo>
                      <a:pt x="132" y="55"/>
                    </a:lnTo>
                    <a:lnTo>
                      <a:pt x="127" y="95"/>
                    </a:lnTo>
                    <a:lnTo>
                      <a:pt x="5" y="248"/>
                    </a:lnTo>
                    <a:lnTo>
                      <a:pt x="0" y="282"/>
                    </a:lnTo>
                    <a:lnTo>
                      <a:pt x="33" y="270"/>
                    </a:lnTo>
                    <a:lnTo>
                      <a:pt x="156" y="116"/>
                    </a:lnTo>
                    <a:lnTo>
                      <a:pt x="193" y="104"/>
                    </a:lnTo>
                    <a:lnTo>
                      <a:pt x="236" y="50"/>
                    </a:lnTo>
                    <a:close/>
                  </a:path>
                </a:pathLst>
              </a:custGeom>
              <a:solidFill>
                <a:srgbClr val="4E5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E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37B77E-0E2A-4762-99D2-3AAE5E3728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4" y="1391038"/>
            <a:ext cx="9498520" cy="50673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defRPr sz="2000" b="0"/>
            </a:lvl1pPr>
            <a:lvl2pPr marL="0">
              <a:defRPr sz="2000"/>
            </a:lvl2pPr>
            <a:lvl3pPr>
              <a:defRPr sz="2000"/>
            </a:lvl3pPr>
            <a:lvl4pPr>
              <a:spcAft>
                <a:spcPts val="600"/>
              </a:spcAft>
              <a:defRPr sz="1800"/>
            </a:lvl4pPr>
            <a:lvl5pPr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enter the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1B0B68-AA7E-4578-B3E7-75E441B35215}"/>
              </a:ext>
            </a:extLst>
          </p:cNvPr>
          <p:cNvSpPr txBox="1"/>
          <p:nvPr userDrawn="1"/>
        </p:nvSpPr>
        <p:spPr>
          <a:xfrm>
            <a:off x="383949" y="447222"/>
            <a:ext cx="4739374" cy="458652"/>
          </a:xfrm>
          <a:prstGeom prst="rect">
            <a:avLst/>
          </a:prstGeom>
          <a:noFill/>
        </p:spPr>
        <p:txBody>
          <a:bodyPr wrap="none" lIns="0" tIns="0" rIns="0" bIns="45720" rtlCol="0">
            <a:spAutoFit/>
          </a:bodyPr>
          <a:lstStyle/>
          <a:p>
            <a:pPr marL="82296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</a:pPr>
            <a:r>
              <a:rPr lang="en-US" sz="3600" b="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Module Objectives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2B06FF-AE37-482C-868A-286529D9EC8B}"/>
              </a:ext>
            </a:extLst>
          </p:cNvPr>
          <p:cNvSpPr txBox="1"/>
          <p:nvPr userDrawn="1"/>
        </p:nvSpPr>
        <p:spPr>
          <a:xfrm>
            <a:off x="468086" y="933874"/>
            <a:ext cx="5935920" cy="353943"/>
          </a:xfrm>
          <a:prstGeom prst="rect">
            <a:avLst/>
          </a:prstGeom>
          <a:noFill/>
        </p:spPr>
        <p:txBody>
          <a:bodyPr wrap="none" lIns="0" tIns="0" rIns="0" bIns="45720" rtlCol="0">
            <a:spAutoFit/>
          </a:bodyPr>
          <a:lstStyle/>
          <a:p>
            <a:pPr lvl="0"/>
            <a:r>
              <a:rPr lang="en-US" sz="2000" b="1">
                <a:solidFill>
                  <a:schemeClr val="tx1"/>
                </a:solidFill>
              </a:rPr>
              <a:t>At the end of this module, you should be able to: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92527CC-633D-4DCA-B99B-C0DBD6F3AEE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8D6B880-8920-483E-97F4-914D5F79F5CA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2" name="Slide Number Placeholder 6">
            <a:extLst>
              <a:ext uri="{FF2B5EF4-FFF2-40B4-BE49-F238E27FC236}">
                <a16:creationId xmlns:a16="http://schemas.microsoft.com/office/drawing/2014/main" id="{B00E830C-3D99-43E6-B2EA-BE16F2831F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75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ul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D98C605-F339-41FA-8E7C-E8627B28F8A0}"/>
              </a:ext>
            </a:extLst>
          </p:cNvPr>
          <p:cNvGrpSpPr/>
          <p:nvPr userDrawn="1"/>
        </p:nvGrpSpPr>
        <p:grpSpPr>
          <a:xfrm>
            <a:off x="9282456" y="1517156"/>
            <a:ext cx="2572553" cy="2237009"/>
            <a:chOff x="7196318" y="2301786"/>
            <a:chExt cx="889083" cy="773118"/>
          </a:xfrm>
        </p:grpSpPr>
        <p:pic>
          <p:nvPicPr>
            <p:cNvPr id="8" name="Picture 19">
              <a:extLst>
                <a:ext uri="{FF2B5EF4-FFF2-40B4-BE49-F238E27FC236}">
                  <a16:creationId xmlns:a16="http://schemas.microsoft.com/office/drawing/2014/main" id="{95671EEE-51CD-4D1C-8970-D3BB5F6AA6B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96318" y="2965697"/>
              <a:ext cx="889083" cy="109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02568B1-DB4F-433E-A8D5-733A28D050F4}"/>
                </a:ext>
              </a:extLst>
            </p:cNvPr>
            <p:cNvGrpSpPr/>
            <p:nvPr/>
          </p:nvGrpSpPr>
          <p:grpSpPr>
            <a:xfrm>
              <a:off x="7402731" y="2301786"/>
              <a:ext cx="543219" cy="620422"/>
              <a:chOff x="1420813" y="2441576"/>
              <a:chExt cx="614362" cy="701675"/>
            </a:xfrm>
          </p:grpSpPr>
          <p:sp>
            <p:nvSpPr>
              <p:cNvPr id="10" name="Freeform 26">
                <a:extLst>
                  <a:ext uri="{FF2B5EF4-FFF2-40B4-BE49-F238E27FC236}">
                    <a16:creationId xmlns:a16="http://schemas.microsoft.com/office/drawing/2014/main" id="{A0F6F83F-EA34-40CD-A03C-D1CFFDB9BC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7025" y="2779713"/>
                <a:ext cx="182563" cy="184150"/>
              </a:xfrm>
              <a:custGeom>
                <a:avLst/>
                <a:gdLst>
                  <a:gd name="T0" fmla="*/ 39 w 49"/>
                  <a:gd name="T1" fmla="*/ 27 h 49"/>
                  <a:gd name="T2" fmla="*/ 17 w 49"/>
                  <a:gd name="T3" fmla="*/ 29 h 49"/>
                  <a:gd name="T4" fmla="*/ 38 w 49"/>
                  <a:gd name="T5" fmla="*/ 4 h 49"/>
                  <a:gd name="T6" fmla="*/ 25 w 49"/>
                  <a:gd name="T7" fmla="*/ 0 h 49"/>
                  <a:gd name="T8" fmla="*/ 0 w 49"/>
                  <a:gd name="T9" fmla="*/ 25 h 49"/>
                  <a:gd name="T10" fmla="*/ 25 w 49"/>
                  <a:gd name="T11" fmla="*/ 49 h 49"/>
                  <a:gd name="T12" fmla="*/ 49 w 49"/>
                  <a:gd name="T13" fmla="*/ 25 h 49"/>
                  <a:gd name="T14" fmla="*/ 48 w 49"/>
                  <a:gd name="T15" fmla="*/ 17 h 49"/>
                  <a:gd name="T16" fmla="*/ 39 w 49"/>
                  <a:gd name="T17" fmla="*/ 2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9" h="49">
                    <a:moveTo>
                      <a:pt x="39" y="27"/>
                    </a:moveTo>
                    <a:cubicBezTo>
                      <a:pt x="17" y="29"/>
                      <a:pt x="17" y="29"/>
                      <a:pt x="17" y="29"/>
                    </a:cubicBezTo>
                    <a:cubicBezTo>
                      <a:pt x="38" y="4"/>
                      <a:pt x="38" y="4"/>
                      <a:pt x="38" y="4"/>
                    </a:cubicBezTo>
                    <a:cubicBezTo>
                      <a:pt x="34" y="2"/>
                      <a:pt x="30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38"/>
                      <a:pt x="11" y="49"/>
                      <a:pt x="25" y="49"/>
                    </a:cubicBezTo>
                    <a:cubicBezTo>
                      <a:pt x="38" y="49"/>
                      <a:pt x="49" y="38"/>
                      <a:pt x="49" y="25"/>
                    </a:cubicBezTo>
                    <a:cubicBezTo>
                      <a:pt x="49" y="22"/>
                      <a:pt x="49" y="19"/>
                      <a:pt x="48" y="17"/>
                    </a:cubicBezTo>
                    <a:lnTo>
                      <a:pt x="39" y="27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E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Freeform 27">
                <a:extLst>
                  <a:ext uri="{FF2B5EF4-FFF2-40B4-BE49-F238E27FC236}">
                    <a16:creationId xmlns:a16="http://schemas.microsoft.com/office/drawing/2014/main" id="{CBBBB8A2-C2E7-4563-A8F2-836920A0FD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0813" y="2603501"/>
                <a:ext cx="538163" cy="539750"/>
              </a:xfrm>
              <a:custGeom>
                <a:avLst/>
                <a:gdLst>
                  <a:gd name="T0" fmla="*/ 113 w 144"/>
                  <a:gd name="T1" fmla="*/ 45 h 144"/>
                  <a:gd name="T2" fmla="*/ 121 w 144"/>
                  <a:gd name="T3" fmla="*/ 72 h 144"/>
                  <a:gd name="T4" fmla="*/ 72 w 144"/>
                  <a:gd name="T5" fmla="*/ 121 h 144"/>
                  <a:gd name="T6" fmla="*/ 23 w 144"/>
                  <a:gd name="T7" fmla="*/ 72 h 144"/>
                  <a:gd name="T8" fmla="*/ 72 w 144"/>
                  <a:gd name="T9" fmla="*/ 23 h 144"/>
                  <a:gd name="T10" fmla="*/ 103 w 144"/>
                  <a:gd name="T11" fmla="*/ 34 h 144"/>
                  <a:gd name="T12" fmla="*/ 117 w 144"/>
                  <a:gd name="T13" fmla="*/ 16 h 144"/>
                  <a:gd name="T14" fmla="*/ 72 w 144"/>
                  <a:gd name="T15" fmla="*/ 0 h 144"/>
                  <a:gd name="T16" fmla="*/ 0 w 144"/>
                  <a:gd name="T17" fmla="*/ 72 h 144"/>
                  <a:gd name="T18" fmla="*/ 72 w 144"/>
                  <a:gd name="T19" fmla="*/ 144 h 144"/>
                  <a:gd name="T20" fmla="*/ 144 w 144"/>
                  <a:gd name="T21" fmla="*/ 72 h 144"/>
                  <a:gd name="T22" fmla="*/ 128 w 144"/>
                  <a:gd name="T23" fmla="*/ 27 h 144"/>
                  <a:gd name="T24" fmla="*/ 113 w 144"/>
                  <a:gd name="T25" fmla="*/ 45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4" h="144">
                    <a:moveTo>
                      <a:pt x="113" y="45"/>
                    </a:moveTo>
                    <a:cubicBezTo>
                      <a:pt x="118" y="53"/>
                      <a:pt x="121" y="62"/>
                      <a:pt x="121" y="72"/>
                    </a:cubicBezTo>
                    <a:cubicBezTo>
                      <a:pt x="121" y="99"/>
                      <a:pt x="99" y="121"/>
                      <a:pt x="72" y="121"/>
                    </a:cubicBezTo>
                    <a:cubicBezTo>
                      <a:pt x="45" y="121"/>
                      <a:pt x="23" y="99"/>
                      <a:pt x="23" y="72"/>
                    </a:cubicBezTo>
                    <a:cubicBezTo>
                      <a:pt x="23" y="45"/>
                      <a:pt x="45" y="23"/>
                      <a:pt x="72" y="23"/>
                    </a:cubicBezTo>
                    <a:cubicBezTo>
                      <a:pt x="84" y="23"/>
                      <a:pt x="94" y="27"/>
                      <a:pt x="103" y="34"/>
                    </a:cubicBezTo>
                    <a:cubicBezTo>
                      <a:pt x="117" y="16"/>
                      <a:pt x="117" y="16"/>
                      <a:pt x="117" y="16"/>
                    </a:cubicBezTo>
                    <a:cubicBezTo>
                      <a:pt x="105" y="6"/>
                      <a:pt x="89" y="0"/>
                      <a:pt x="72" y="0"/>
                    </a:cubicBezTo>
                    <a:cubicBezTo>
                      <a:pt x="32" y="0"/>
                      <a:pt x="0" y="32"/>
                      <a:pt x="0" y="72"/>
                    </a:cubicBezTo>
                    <a:cubicBezTo>
                      <a:pt x="0" y="111"/>
                      <a:pt x="32" y="144"/>
                      <a:pt x="72" y="144"/>
                    </a:cubicBezTo>
                    <a:cubicBezTo>
                      <a:pt x="111" y="144"/>
                      <a:pt x="144" y="111"/>
                      <a:pt x="144" y="72"/>
                    </a:cubicBezTo>
                    <a:cubicBezTo>
                      <a:pt x="144" y="55"/>
                      <a:pt x="138" y="39"/>
                      <a:pt x="128" y="27"/>
                    </a:cubicBezTo>
                    <a:lnTo>
                      <a:pt x="113" y="45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E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Freeform 28">
                <a:extLst>
                  <a:ext uri="{FF2B5EF4-FFF2-40B4-BE49-F238E27FC236}">
                    <a16:creationId xmlns:a16="http://schemas.microsoft.com/office/drawing/2014/main" id="{ED29AF4C-E23F-482F-B146-4E166B03F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0525" y="2441576"/>
                <a:ext cx="374650" cy="447675"/>
              </a:xfrm>
              <a:custGeom>
                <a:avLst/>
                <a:gdLst>
                  <a:gd name="T0" fmla="*/ 236 w 236"/>
                  <a:gd name="T1" fmla="*/ 50 h 282"/>
                  <a:gd name="T2" fmla="*/ 181 w 236"/>
                  <a:gd name="T3" fmla="*/ 55 h 282"/>
                  <a:gd name="T4" fmla="*/ 177 w 236"/>
                  <a:gd name="T5" fmla="*/ 0 h 282"/>
                  <a:gd name="T6" fmla="*/ 132 w 236"/>
                  <a:gd name="T7" fmla="*/ 55 h 282"/>
                  <a:gd name="T8" fmla="*/ 127 w 236"/>
                  <a:gd name="T9" fmla="*/ 95 h 282"/>
                  <a:gd name="T10" fmla="*/ 5 w 236"/>
                  <a:gd name="T11" fmla="*/ 248 h 282"/>
                  <a:gd name="T12" fmla="*/ 0 w 236"/>
                  <a:gd name="T13" fmla="*/ 282 h 282"/>
                  <a:gd name="T14" fmla="*/ 33 w 236"/>
                  <a:gd name="T15" fmla="*/ 270 h 282"/>
                  <a:gd name="T16" fmla="*/ 156 w 236"/>
                  <a:gd name="T17" fmla="*/ 116 h 282"/>
                  <a:gd name="T18" fmla="*/ 193 w 236"/>
                  <a:gd name="T19" fmla="*/ 104 h 282"/>
                  <a:gd name="T20" fmla="*/ 236 w 236"/>
                  <a:gd name="T21" fmla="*/ 50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36" h="282">
                    <a:moveTo>
                      <a:pt x="236" y="50"/>
                    </a:moveTo>
                    <a:lnTo>
                      <a:pt x="181" y="55"/>
                    </a:lnTo>
                    <a:lnTo>
                      <a:pt x="177" y="0"/>
                    </a:lnTo>
                    <a:lnTo>
                      <a:pt x="132" y="55"/>
                    </a:lnTo>
                    <a:lnTo>
                      <a:pt x="127" y="95"/>
                    </a:lnTo>
                    <a:lnTo>
                      <a:pt x="5" y="248"/>
                    </a:lnTo>
                    <a:lnTo>
                      <a:pt x="0" y="282"/>
                    </a:lnTo>
                    <a:lnTo>
                      <a:pt x="33" y="270"/>
                    </a:lnTo>
                    <a:lnTo>
                      <a:pt x="156" y="116"/>
                    </a:lnTo>
                    <a:lnTo>
                      <a:pt x="193" y="104"/>
                    </a:lnTo>
                    <a:lnTo>
                      <a:pt x="236" y="50"/>
                    </a:lnTo>
                    <a:close/>
                  </a:path>
                </a:pathLst>
              </a:custGeom>
              <a:solidFill>
                <a:srgbClr val="4E5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E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37B77E-0E2A-4762-99D2-3AAE5E3728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391038"/>
            <a:ext cx="9498521" cy="50673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defRPr sz="2000" b="0"/>
            </a:lvl1pPr>
            <a:lvl2pPr marL="0">
              <a:defRPr sz="2000"/>
            </a:lvl2pPr>
            <a:lvl3pPr>
              <a:defRPr sz="2000"/>
            </a:lvl3pPr>
            <a:lvl4pPr>
              <a:spcAft>
                <a:spcPts val="600"/>
              </a:spcAft>
              <a:defRPr sz="1800"/>
            </a:lvl4pPr>
            <a:lvl5pPr>
              <a:spcAft>
                <a:spcPts val="600"/>
              </a:spcAft>
              <a:defRPr sz="1800"/>
            </a:lvl5pPr>
          </a:lstStyle>
          <a:p>
            <a:pPr lvl="0"/>
            <a:r>
              <a:rPr lang="en-US"/>
              <a:t>Click to enter the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1B0B68-AA7E-4578-B3E7-75E441B35215}"/>
              </a:ext>
            </a:extLst>
          </p:cNvPr>
          <p:cNvSpPr txBox="1"/>
          <p:nvPr userDrawn="1"/>
        </p:nvSpPr>
        <p:spPr>
          <a:xfrm>
            <a:off x="383949" y="447222"/>
            <a:ext cx="4444678" cy="458652"/>
          </a:xfrm>
          <a:prstGeom prst="rect">
            <a:avLst/>
          </a:prstGeom>
          <a:noFill/>
        </p:spPr>
        <p:txBody>
          <a:bodyPr wrap="none" lIns="0" tIns="0" rIns="0" bIns="45720" rtlCol="0">
            <a:spAutoFit/>
          </a:bodyPr>
          <a:lstStyle/>
          <a:p>
            <a:pPr marL="82296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</a:pPr>
            <a:r>
              <a:rPr lang="en-US" sz="3600" b="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Module Summary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2B06FF-AE37-482C-868A-286529D9EC8B}"/>
              </a:ext>
            </a:extLst>
          </p:cNvPr>
          <p:cNvSpPr txBox="1"/>
          <p:nvPr userDrawn="1"/>
        </p:nvSpPr>
        <p:spPr>
          <a:xfrm>
            <a:off x="468086" y="933874"/>
            <a:ext cx="3393686" cy="353943"/>
          </a:xfrm>
          <a:prstGeom prst="rect">
            <a:avLst/>
          </a:prstGeom>
          <a:noFill/>
        </p:spPr>
        <p:txBody>
          <a:bodyPr wrap="none" lIns="0" tIns="0" rIns="0" bIns="45720" rtlCol="0">
            <a:spAutoFit/>
          </a:bodyPr>
          <a:lstStyle/>
          <a:p>
            <a:pPr lvl="0"/>
            <a:r>
              <a:rPr lang="en-US" sz="2000" b="1">
                <a:solidFill>
                  <a:schemeClr val="tx1"/>
                </a:solidFill>
              </a:rPr>
              <a:t>Now, you should be able to: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56C2A30-43CF-46A3-B5B9-9A2538244F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E05A60E-3098-48D7-8297-9DE7594CFCC3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8ECA0EAF-F59B-462E-BB44-FA8EFC44F9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5056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rs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37B77E-0E2A-4762-99D2-3AAE5E3728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4" y="1391038"/>
            <a:ext cx="8945464" cy="50673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defRPr sz="2000" b="0"/>
            </a:lvl1pPr>
            <a:lvl2pPr marL="0">
              <a:defRPr sz="2000"/>
            </a:lvl2pPr>
            <a:lvl3pPr>
              <a:defRPr sz="2000"/>
            </a:lvl3pPr>
            <a:lvl4pPr>
              <a:spcAft>
                <a:spcPts val="600"/>
              </a:spcAft>
              <a:defRPr sz="1800"/>
            </a:lvl4pPr>
            <a:lvl5pPr>
              <a:spcAft>
                <a:spcPts val="600"/>
              </a:spcAft>
              <a:defRPr sz="1800"/>
            </a:lvl5pPr>
          </a:lstStyle>
          <a:p>
            <a:pPr lvl="0"/>
            <a:r>
              <a:rPr lang="en-US"/>
              <a:t>Click to enter the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1B0B68-AA7E-4578-B3E7-75E441B35215}"/>
              </a:ext>
            </a:extLst>
          </p:cNvPr>
          <p:cNvSpPr txBox="1"/>
          <p:nvPr userDrawn="1"/>
        </p:nvSpPr>
        <p:spPr>
          <a:xfrm>
            <a:off x="383949" y="447222"/>
            <a:ext cx="4404860" cy="458652"/>
          </a:xfrm>
          <a:prstGeom prst="rect">
            <a:avLst/>
          </a:prstGeom>
          <a:noFill/>
        </p:spPr>
        <p:txBody>
          <a:bodyPr wrap="none" lIns="0" tIns="0" rIns="0" bIns="45720" rtlCol="0">
            <a:spAutoFit/>
          </a:bodyPr>
          <a:lstStyle/>
          <a:p>
            <a:pPr marL="82296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</a:pPr>
            <a:r>
              <a:rPr lang="en-US" sz="3600" b="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Course Summary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2B06FF-AE37-482C-868A-286529D9EC8B}"/>
              </a:ext>
            </a:extLst>
          </p:cNvPr>
          <p:cNvSpPr txBox="1"/>
          <p:nvPr userDrawn="1"/>
        </p:nvSpPr>
        <p:spPr>
          <a:xfrm>
            <a:off x="468086" y="933874"/>
            <a:ext cx="3393686" cy="353943"/>
          </a:xfrm>
          <a:prstGeom prst="rect">
            <a:avLst/>
          </a:prstGeom>
          <a:noFill/>
        </p:spPr>
        <p:txBody>
          <a:bodyPr wrap="none" lIns="0" tIns="0" rIns="0" bIns="45720" rtlCol="0">
            <a:spAutoFit/>
          </a:bodyPr>
          <a:lstStyle/>
          <a:p>
            <a:pPr lvl="0"/>
            <a:r>
              <a:rPr lang="en-US" sz="2000" b="1">
                <a:solidFill>
                  <a:schemeClr val="tx1"/>
                </a:solidFill>
              </a:rPr>
              <a:t>Now, you should be able to:</a:t>
            </a:r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197B96F3-DA86-4FDE-BC95-BFD62F8166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18527" y="1391038"/>
            <a:ext cx="2500410" cy="24892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D36E82-2DEB-47FE-B439-594F5B54C08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C3E0A1-6234-4C14-B278-732D6764BC45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77BE6E59-812C-4A8B-8918-5DBD22C497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5959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nd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37B77E-0E2A-4762-99D2-3AAE5E3728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391038"/>
            <a:ext cx="11438819" cy="506730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 b="0"/>
            </a:lvl1pPr>
            <a:lvl2pPr marL="0">
              <a:defRPr sz="1800"/>
            </a:lvl2pPr>
            <a:lvl3pPr>
              <a:defRPr sz="1600"/>
            </a:lvl3pPr>
            <a:lvl4pPr>
              <a:spcAft>
                <a:spcPts val="600"/>
              </a:spcAft>
              <a:defRPr sz="1400"/>
            </a:lvl4pPr>
            <a:lvl5pPr>
              <a:spcAft>
                <a:spcPts val="600"/>
              </a:spcAft>
              <a:defRPr/>
            </a:lvl5pPr>
          </a:lstStyle>
          <a:p>
            <a:pPr lvl="1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1B0B68-AA7E-4578-B3E7-75E441B35215}"/>
              </a:ext>
            </a:extLst>
          </p:cNvPr>
          <p:cNvSpPr txBox="1"/>
          <p:nvPr userDrawn="1"/>
        </p:nvSpPr>
        <p:spPr>
          <a:xfrm>
            <a:off x="383949" y="447222"/>
            <a:ext cx="3468450" cy="458652"/>
          </a:xfrm>
          <a:prstGeom prst="rect">
            <a:avLst/>
          </a:prstGeom>
          <a:noFill/>
        </p:spPr>
        <p:txBody>
          <a:bodyPr wrap="none" lIns="0" tIns="0" rIns="0" bIns="45720" rtlCol="0">
            <a:spAutoFit/>
          </a:bodyPr>
          <a:lstStyle/>
          <a:p>
            <a:pPr marL="82296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</a:pPr>
            <a:r>
              <a:rPr lang="en-US" sz="3600" b="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Ground Rules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2B06FF-AE37-482C-868A-286529D9EC8B}"/>
              </a:ext>
            </a:extLst>
          </p:cNvPr>
          <p:cNvSpPr txBox="1"/>
          <p:nvPr userDrawn="1"/>
        </p:nvSpPr>
        <p:spPr>
          <a:xfrm>
            <a:off x="468086" y="933874"/>
            <a:ext cx="3759042" cy="353943"/>
          </a:xfrm>
          <a:prstGeom prst="rect">
            <a:avLst/>
          </a:prstGeom>
          <a:noFill/>
        </p:spPr>
        <p:txBody>
          <a:bodyPr wrap="none" lIns="0" tIns="0" rIns="0" bIns="45720" rtlCol="0">
            <a:spAutoFit/>
          </a:bodyPr>
          <a:lstStyle/>
          <a:p>
            <a:pPr lvl="0"/>
            <a:r>
              <a:rPr lang="en-US" sz="2000" b="1">
                <a:solidFill>
                  <a:schemeClr val="tx1"/>
                </a:solidFill>
              </a:rPr>
              <a:t>For a successful class, please: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445F22-38EA-4CBF-8678-DBE10F28FC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787F70-D16E-4FE7-864C-EB4CE63A04CC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37AD9597-4AF5-4B01-A525-B94B91AE2C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3171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rse Agenda - Optio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00BAE364-4FDB-4979-8A7E-7D51212597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86957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in Palatino Linotype</a:t>
            </a: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10BE4F2B-D3EA-48BD-96A3-73ADBE27FE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  <a:prstGeom prst="rect">
            <a:avLst/>
          </a:prstGeom>
        </p:spPr>
        <p:txBody>
          <a:bodyPr/>
          <a:lstStyle>
            <a:lvl1pPr>
              <a:defRPr cap="none" baseline="0"/>
            </a:lvl1pPr>
          </a:lstStyle>
          <a:p>
            <a:r>
              <a:rPr lang="en-GB"/>
              <a:t>Agenda</a:t>
            </a:r>
            <a:endParaRPr lang="en-US"/>
          </a:p>
        </p:txBody>
      </p:sp>
      <p:sp>
        <p:nvSpPr>
          <p:cNvPr id="46" name="Text Placeholder 17">
            <a:extLst>
              <a:ext uri="{FF2B5EF4-FFF2-40B4-BE49-F238E27FC236}">
                <a16:creationId xmlns:a16="http://schemas.microsoft.com/office/drawing/2014/main" id="{96A4489F-A35A-46EF-9305-81D0F03766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 b="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85F1E8F8-E5EE-477B-B06D-46CE3959A7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 b="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78C459DC-0B06-4672-83D2-673F444FC51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 b="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49" name="Text Placeholder 17">
            <a:extLst>
              <a:ext uri="{FF2B5EF4-FFF2-40B4-BE49-F238E27FC236}">
                <a16:creationId xmlns:a16="http://schemas.microsoft.com/office/drawing/2014/main" id="{A086236D-3BE5-4E43-B701-C3585FB199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 b="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0" name="Text Placeholder 17">
            <a:extLst>
              <a:ext uri="{FF2B5EF4-FFF2-40B4-BE49-F238E27FC236}">
                <a16:creationId xmlns:a16="http://schemas.microsoft.com/office/drawing/2014/main" id="{9F826BE3-3FFA-41BF-B035-795BD7D7367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 b="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1" name="Text Placeholder 17">
            <a:extLst>
              <a:ext uri="{FF2B5EF4-FFF2-40B4-BE49-F238E27FC236}">
                <a16:creationId xmlns:a16="http://schemas.microsoft.com/office/drawing/2014/main" id="{42078A66-A3AB-461D-85E2-CBAD1B7D61F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 b="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2" name="Text Placeholder 17">
            <a:extLst>
              <a:ext uri="{FF2B5EF4-FFF2-40B4-BE49-F238E27FC236}">
                <a16:creationId xmlns:a16="http://schemas.microsoft.com/office/drawing/2014/main" id="{F938B876-60CA-4461-A15C-A8707A33CD2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 b="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3" name="Text Placeholder 17">
            <a:extLst>
              <a:ext uri="{FF2B5EF4-FFF2-40B4-BE49-F238E27FC236}">
                <a16:creationId xmlns:a16="http://schemas.microsoft.com/office/drawing/2014/main" id="{864B0577-00DD-4D27-9B6E-44D7880E00B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 b="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4" name="Text Placeholder 17">
            <a:extLst>
              <a:ext uri="{FF2B5EF4-FFF2-40B4-BE49-F238E27FC236}">
                <a16:creationId xmlns:a16="http://schemas.microsoft.com/office/drawing/2014/main" id="{C54FB2E2-133B-4115-81CA-1BAE256CDDD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52928" y="1371600"/>
            <a:ext cx="478442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5" name="Text Placeholder 17">
            <a:extLst>
              <a:ext uri="{FF2B5EF4-FFF2-40B4-BE49-F238E27FC236}">
                <a16:creationId xmlns:a16="http://schemas.microsoft.com/office/drawing/2014/main" id="{622EBA43-03D8-47E2-AFB8-2E3D9C405E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52928" y="1976478"/>
            <a:ext cx="478442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6" name="Text Placeholder 17">
            <a:extLst>
              <a:ext uri="{FF2B5EF4-FFF2-40B4-BE49-F238E27FC236}">
                <a16:creationId xmlns:a16="http://schemas.microsoft.com/office/drawing/2014/main" id="{8D00803E-5F6E-474F-868B-5FF0A621372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352928" y="2581356"/>
            <a:ext cx="478442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0623F3B4-B48F-42AD-BE90-8AE2B66EBAF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52928" y="3186234"/>
            <a:ext cx="478442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8" name="Text Placeholder 17">
            <a:extLst>
              <a:ext uri="{FF2B5EF4-FFF2-40B4-BE49-F238E27FC236}">
                <a16:creationId xmlns:a16="http://schemas.microsoft.com/office/drawing/2014/main" id="{943AF059-AFFF-4AD2-8F58-A91DCF8ED4F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52928" y="3791112"/>
            <a:ext cx="478442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E67DD4D3-EA70-4DCF-8BEA-E4165433F23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52928" y="4395990"/>
            <a:ext cx="478442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0" name="Text Placeholder 17">
            <a:extLst>
              <a:ext uri="{FF2B5EF4-FFF2-40B4-BE49-F238E27FC236}">
                <a16:creationId xmlns:a16="http://schemas.microsoft.com/office/drawing/2014/main" id="{9ECFEDD4-A586-4D76-89E5-641FE44519B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52928" y="5000868"/>
            <a:ext cx="478442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ACA2D955-0C67-4A48-8FD0-F685FD11514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352928" y="5605747"/>
            <a:ext cx="478442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056A1D29-930A-42B5-B254-780A8B1A569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 b="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4" name="Text Placeholder 17">
            <a:extLst>
              <a:ext uri="{FF2B5EF4-FFF2-40B4-BE49-F238E27FC236}">
                <a16:creationId xmlns:a16="http://schemas.microsoft.com/office/drawing/2014/main" id="{B79E4EF7-DD1C-4B1C-AEB2-038E9A09DF4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 b="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4A11A119-24EA-4B9E-BD1B-0DE10466E67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 b="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6" name="Text Placeholder 17">
            <a:extLst>
              <a:ext uri="{FF2B5EF4-FFF2-40B4-BE49-F238E27FC236}">
                <a16:creationId xmlns:a16="http://schemas.microsoft.com/office/drawing/2014/main" id="{C2D36DF2-C9C1-463D-BFD4-9B7F5BF9CF8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 b="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984F81B6-7631-4B1A-8803-9BA188C2004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 b="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8" name="Text Placeholder 17">
            <a:extLst>
              <a:ext uri="{FF2B5EF4-FFF2-40B4-BE49-F238E27FC236}">
                <a16:creationId xmlns:a16="http://schemas.microsoft.com/office/drawing/2014/main" id="{3EB271F9-CBC3-4742-8060-EB016ABECEB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 b="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1BD89084-0F00-44E5-A7C9-E21F6000590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 b="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70" name="Text Placeholder 17">
            <a:extLst>
              <a:ext uri="{FF2B5EF4-FFF2-40B4-BE49-F238E27FC236}">
                <a16:creationId xmlns:a16="http://schemas.microsoft.com/office/drawing/2014/main" id="{F865D0E7-B034-4BD9-BF88-32090E2C27F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 b="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71" name="Text Placeholder 17">
            <a:extLst>
              <a:ext uri="{FF2B5EF4-FFF2-40B4-BE49-F238E27FC236}">
                <a16:creationId xmlns:a16="http://schemas.microsoft.com/office/drawing/2014/main" id="{5AAA504A-A9B9-41AD-8B6F-1ED2A6AC9FE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267700" y="1371600"/>
            <a:ext cx="45465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72" name="Text Placeholder 17">
            <a:extLst>
              <a:ext uri="{FF2B5EF4-FFF2-40B4-BE49-F238E27FC236}">
                <a16:creationId xmlns:a16="http://schemas.microsoft.com/office/drawing/2014/main" id="{2DE3B744-A9D5-4389-B1F2-97FEB2ED2D2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267700" y="1976478"/>
            <a:ext cx="45465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73" name="Text Placeholder 17">
            <a:extLst>
              <a:ext uri="{FF2B5EF4-FFF2-40B4-BE49-F238E27FC236}">
                <a16:creationId xmlns:a16="http://schemas.microsoft.com/office/drawing/2014/main" id="{DEF6C2A0-F61C-47BD-928D-1EA70804FD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67700" y="2581356"/>
            <a:ext cx="45465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74" name="Text Placeholder 17">
            <a:extLst>
              <a:ext uri="{FF2B5EF4-FFF2-40B4-BE49-F238E27FC236}">
                <a16:creationId xmlns:a16="http://schemas.microsoft.com/office/drawing/2014/main" id="{1C962B82-0B28-40B5-B98A-28C5F9CCFC3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267700" y="3186234"/>
            <a:ext cx="45465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75" name="Text Placeholder 17">
            <a:extLst>
              <a:ext uri="{FF2B5EF4-FFF2-40B4-BE49-F238E27FC236}">
                <a16:creationId xmlns:a16="http://schemas.microsoft.com/office/drawing/2014/main" id="{25C1350D-65AE-4E54-8D0A-544E2B5FBD4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267700" y="3791112"/>
            <a:ext cx="45465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76" name="Text Placeholder 17">
            <a:extLst>
              <a:ext uri="{FF2B5EF4-FFF2-40B4-BE49-F238E27FC236}">
                <a16:creationId xmlns:a16="http://schemas.microsoft.com/office/drawing/2014/main" id="{9AF87839-871D-4566-8EC9-397A44CA664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267700" y="4395990"/>
            <a:ext cx="45465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77" name="Text Placeholder 17">
            <a:extLst>
              <a:ext uri="{FF2B5EF4-FFF2-40B4-BE49-F238E27FC236}">
                <a16:creationId xmlns:a16="http://schemas.microsoft.com/office/drawing/2014/main" id="{617C3377-0664-4810-BA82-A49498CA4EC4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267700" y="5000868"/>
            <a:ext cx="45465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78" name="Text Placeholder 17">
            <a:extLst>
              <a:ext uri="{FF2B5EF4-FFF2-40B4-BE49-F238E27FC236}">
                <a16:creationId xmlns:a16="http://schemas.microsoft.com/office/drawing/2014/main" id="{08E775E5-E37F-42EB-B151-46FA742A9D9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267700" y="5605747"/>
            <a:ext cx="45465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75269F3-284A-4AD9-87F0-83112B772877}"/>
              </a:ext>
            </a:extLst>
          </p:cNvPr>
          <p:cNvSpPr txBox="1"/>
          <p:nvPr userDrawn="1"/>
        </p:nvSpPr>
        <p:spPr>
          <a:xfrm>
            <a:off x="9290304" y="660196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B70F6DFC-ECB8-43AC-B8E9-252AEEFE82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CB9835E3-49DA-4D23-A181-6F031EFADAF8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40" name="Slide Number Placeholder 6">
            <a:extLst>
              <a:ext uri="{FF2B5EF4-FFF2-40B4-BE49-F238E27FC236}">
                <a16:creationId xmlns:a16="http://schemas.microsoft.com/office/drawing/2014/main" id="{E6A24B93-AB27-4584-9DCC-8D51E1682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7278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3ED1C80-FDBA-4CCF-B521-E2553BC158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957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sub-headline here in Palatino Linotype, indent for other levels</a:t>
            </a:r>
          </a:p>
          <a:p>
            <a:pPr lvl="1"/>
            <a:r>
              <a:rPr lang="en-US"/>
              <a:t>Second level (text 18pt)</a:t>
            </a:r>
          </a:p>
          <a:p>
            <a:pPr lvl="2"/>
            <a:r>
              <a:rPr lang="en-US"/>
              <a:t>Third level bullet (bullet 18pt)</a:t>
            </a:r>
          </a:p>
          <a:p>
            <a:pPr lvl="3"/>
            <a:r>
              <a:rPr lang="en-US"/>
              <a:t>Fourth level bullet (bullet 16pt)</a:t>
            </a:r>
          </a:p>
          <a:p>
            <a:pPr lvl="4"/>
            <a:r>
              <a:rPr lang="en-US"/>
              <a:t>Fifth level bullet (bullet 16pt)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4A062A76-9C7B-457D-9ECE-C554636434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  <a:prstGeom prst="rect">
            <a:avLst/>
          </a:prstGeom>
        </p:spPr>
        <p:txBody>
          <a:bodyPr/>
          <a:lstStyle>
            <a:lvl1pPr>
              <a:defRPr sz="2000" b="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31299D3-6E5B-4F8C-B1F8-6815D3DF83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  <a:prstGeom prst="rect">
            <a:avLst/>
          </a:prstGeom>
        </p:spPr>
        <p:txBody>
          <a:bodyPr/>
          <a:lstStyle>
            <a:lvl1pPr>
              <a:defRPr sz="3600" cap="none" baseline="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A97AA3-32AD-46A4-9E3A-7F988B85C4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8380EA-65FC-40E8-9676-DF0A99E46CE7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5A7289F5-A3DB-493D-A1C4-A9000973C3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5669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rse Agenda - Option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F398896-DB20-4C5A-BDAF-8155653A80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90602"/>
          </a:xfrm>
          <a:prstGeom prst="rect">
            <a:avLst/>
          </a:prstGeom>
        </p:spPr>
        <p:txBody>
          <a:bodyPr/>
          <a:lstStyle>
            <a:lvl1pPr>
              <a:defRPr sz="3600" cap="none" baseline="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B989CD5-1890-4D2B-AFAB-63C76E2DBDD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371601"/>
            <a:ext cx="5524500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405FE44-21CD-4F13-A1ED-9757C488CE91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371601"/>
            <a:ext cx="5524500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06900A4-4021-4F9D-8ABD-B61BA5F182AB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381000" y="5874026"/>
            <a:ext cx="5524500" cy="437873"/>
          </a:xfrm>
          <a:prstGeom prst="rect">
            <a:avLst/>
          </a:prstGeom>
        </p:spPr>
        <p:txBody>
          <a:bodyPr anchor="t"/>
          <a:lstStyle>
            <a:lvl1pPr marL="0" indent="0" defTabSz="22860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more info here 12pt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DBBBC05-F32F-4434-B8D1-121A69FE027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86499" y="5874026"/>
            <a:ext cx="5524500" cy="4378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defTabSz="228600">
              <a:buNone/>
              <a:defRPr lang="en-US" sz="1200" b="0" dirty="0"/>
            </a:lvl1pPr>
          </a:lstStyle>
          <a:p>
            <a:pPr lvl="0"/>
            <a:r>
              <a:rPr lang="en-US"/>
              <a:t>Place more info here 12pt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D046688C-B94E-422D-ABD5-3D0662AE51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194561"/>
            <a:ext cx="5524499" cy="367946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9421E2ED-2AEC-49C0-9779-1FF2BD9C2524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194561"/>
            <a:ext cx="5524499" cy="367946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AC00382-C4B8-4A29-B5F5-381E6923F1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9E539C5-ED12-4FB8-BB2F-838CE040D46A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07715B16-D23C-402C-972B-D6C153E5E6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5385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A91C237-03D6-4F11-9B55-70AD138642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90602"/>
          </a:xfrm>
          <a:prstGeom prst="rect">
            <a:avLst/>
          </a:prstGeom>
        </p:spPr>
        <p:txBody>
          <a:bodyPr/>
          <a:lstStyle>
            <a:lvl1pPr>
              <a:defRPr sz="3600" cap="none" baseline="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EFD7D59-B270-4DF7-9C05-65C68DECF18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66E2DE9-1077-4128-AAD3-078AB1DA496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25310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47D8991-5048-493C-A74C-79BEDFEAB7DC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DDF4933-EEDD-4342-B628-A95C8D62167A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19C7A9B-F889-4E38-B655-309DDEFCFE24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25310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7221D12-E96A-4C7D-AE4A-D3A004219B13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B98ED73-28D6-457E-B9E8-18A1FBCC0860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2BC0606-2A9A-40D8-80E2-8C67EC6DD106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25310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180F18B-1A15-45B2-8214-E50E558CD08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2C4B028-BA3F-47F2-A6E5-33E50D6272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4DB872A-8676-48A7-8A21-D04991A3AFF2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17" name="Slide Number Placeholder 6">
            <a:extLst>
              <a:ext uri="{FF2B5EF4-FFF2-40B4-BE49-F238E27FC236}">
                <a16:creationId xmlns:a16="http://schemas.microsoft.com/office/drawing/2014/main" id="{F5F639BF-25A7-4D48-9BBB-16F0DDE0D3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9716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F422137-8F40-4BA3-A7F4-DBB1A97D72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90602"/>
          </a:xfrm>
          <a:prstGeom prst="rect">
            <a:avLst/>
          </a:prstGeom>
        </p:spPr>
        <p:txBody>
          <a:bodyPr/>
          <a:lstStyle>
            <a:lvl1pPr>
              <a:defRPr sz="3600" cap="none" baseline="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6BB5621-6F14-4BF4-B9A4-335EF6BD318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1E77A5C-5D64-40E0-B8F3-5110205CE90D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7C3B0EE-FC45-46B2-BFFA-F616FF36EF7F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AAC3065-65E5-404C-8DA5-0DD4DC6D12A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12ABEB9-A096-4841-AB3F-A54472E60C5B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0222A41-E8A7-4432-BB61-66A7682AFB9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C60DD6E-E393-4B52-984F-9228A08B46E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E685D21-E7A0-445D-A604-B930D35BADBF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2DE9E0F-518F-4435-BF87-AC7CBF9E585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60"/>
            <a:ext cx="2571749" cy="2725310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290D1A74-7FD0-4986-9D53-56F22ACF0E51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60"/>
            <a:ext cx="2571749" cy="2725310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B0D54E51-BAEB-4795-BBE6-BDDC1034F2CC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1" y="3108960"/>
            <a:ext cx="2571749" cy="2725310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B4317A66-756B-45DC-933E-48A978913F65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60"/>
            <a:ext cx="2571749" cy="2725310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11A43C8-C15D-4D8E-81DE-F86B92DF51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027CB5A-49A7-4E32-B29B-21613BE2FFA0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0" name="Slide Number Placeholder 6">
            <a:extLst>
              <a:ext uri="{FF2B5EF4-FFF2-40B4-BE49-F238E27FC236}">
                <a16:creationId xmlns:a16="http://schemas.microsoft.com/office/drawing/2014/main" id="{1B8A9BA4-ABB3-4F0F-9362-AEEFB6DF52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0742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1B96C4B-BCF2-42E6-A778-8D6CBAFA5D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  <a:prstGeom prst="rect">
            <a:avLst/>
          </a:prstGeom>
        </p:spPr>
        <p:txBody>
          <a:bodyPr/>
          <a:lstStyle>
            <a:lvl1pPr>
              <a:defRPr sz="3600" cap="none" baseline="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4EA145E8-6C7E-4B23-A659-DD3D241E3D2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C9B4EEAB-9C79-4518-A2DE-C924ADB6AA2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900"/>
            <a:ext cx="1985504" cy="167792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" name="Text Placeholder 21">
            <a:extLst>
              <a:ext uri="{FF2B5EF4-FFF2-40B4-BE49-F238E27FC236}">
                <a16:creationId xmlns:a16="http://schemas.microsoft.com/office/drawing/2014/main" id="{FAE4CA2E-7E07-4513-8EAA-93795B6DA72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900"/>
            <a:ext cx="1985504" cy="167792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9A9A9A10-BC07-4A41-B845-55626D6331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900"/>
            <a:ext cx="1985504" cy="167792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E4D872AC-1F12-455E-9BED-988EA58559F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900"/>
            <a:ext cx="1985504" cy="167792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9" name="Text Placeholder 21">
            <a:extLst>
              <a:ext uri="{FF2B5EF4-FFF2-40B4-BE49-F238E27FC236}">
                <a16:creationId xmlns:a16="http://schemas.microsoft.com/office/drawing/2014/main" id="{0009504E-1EC5-479E-A5A0-281625E444F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900"/>
            <a:ext cx="1985504" cy="167792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1E7E4F-6F05-48BB-8FC4-4FDF811E932C}"/>
              </a:ext>
            </a:extLst>
          </p:cNvPr>
          <p:cNvCxnSpPr>
            <a:cxnSpLocks/>
          </p:cNvCxnSpPr>
          <p:nvPr userDrawn="1"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1CFD55-9E13-4087-BD65-A487654D3BF7}"/>
              </a:ext>
            </a:extLst>
          </p:cNvPr>
          <p:cNvCxnSpPr/>
          <p:nvPr userDrawn="1"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D123CBC-B6F2-4ECD-8639-D1910F2A9056}"/>
              </a:ext>
            </a:extLst>
          </p:cNvPr>
          <p:cNvCxnSpPr/>
          <p:nvPr userDrawn="1"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689D0C-AF03-4219-B60E-5C961D3307C8}"/>
              </a:ext>
            </a:extLst>
          </p:cNvPr>
          <p:cNvCxnSpPr/>
          <p:nvPr userDrawn="1"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3ABC00-7576-4139-AFC1-F4D76927093A}"/>
              </a:ext>
            </a:extLst>
          </p:cNvPr>
          <p:cNvCxnSpPr>
            <a:cxnSpLocks/>
          </p:cNvCxnSpPr>
          <p:nvPr userDrawn="1"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4EC64249-9F82-4BA2-A859-6093403C55A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39E9D669-07AA-4B3E-AE57-77CD924C42C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B90C13E3-5FF2-40E0-B736-326B7D84B6C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6797697D-B72C-4930-B744-9DA49FE0E7F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2591DEE-4E80-4E77-BE94-CE59457DC0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A15504C-6DE3-40BB-9489-ACF877927AF6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3" name="Slide Number Placeholder 6">
            <a:extLst>
              <a:ext uri="{FF2B5EF4-FFF2-40B4-BE49-F238E27FC236}">
                <a16:creationId xmlns:a16="http://schemas.microsoft.com/office/drawing/2014/main" id="{C3E2DEB9-A362-4258-A630-72131F4ADC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6269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EEC928D6-9E7D-4DDE-A962-CC528721BC0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0" tIns="0" rIns="0" bIns="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82C18FA7-0E3A-4047-BA3C-C3143886D1FE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marL="228600" lvl="0" indent="-228600"/>
            <a:r>
              <a:rPr lang="en-GB"/>
              <a:t>Add profile photo</a:t>
            </a:r>
            <a:endParaRPr lang="en-US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DFBDD7A3-ED00-4169-8D09-C3F86B95AD0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marL="228600" lvl="0" indent="-228600"/>
            <a:r>
              <a:rPr lang="en-GB"/>
              <a:t>Add profile photo</a:t>
            </a:r>
            <a:endParaRPr lang="en-US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DD8D5477-5DCB-424B-A858-3467276523BC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marL="228600" lvl="0" indent="-228600"/>
            <a:r>
              <a:rPr lang="en-GB"/>
              <a:t>Add profile photo</a:t>
            </a:r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C3F2AB-5E45-4979-8AEF-EB0F6D4BE5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  <a:prstGeom prst="rect">
            <a:avLst/>
          </a:prstGeom>
        </p:spPr>
        <p:txBody>
          <a:bodyPr/>
          <a:lstStyle>
            <a:lvl1pPr>
              <a:defRPr sz="3600" cap="none" baseline="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5C6EA06D-397B-4CD8-8829-E01EE49E80F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17243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400" b="0" i="0">
                <a:solidFill>
                  <a:srgbClr val="7E00FF"/>
                </a:solidFill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9" name="Text Placeholder 21">
            <a:extLst>
              <a:ext uri="{FF2B5EF4-FFF2-40B4-BE49-F238E27FC236}">
                <a16:creationId xmlns:a16="http://schemas.microsoft.com/office/drawing/2014/main" id="{9D308C1F-6A2C-493C-98F7-9F3E3F22A0F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17243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400" b="0" i="0" kern="1200" dirty="0" smtClean="0">
                <a:solidFill>
                  <a:srgbClr val="7E00FF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0" name="Text Placeholder 21">
            <a:extLst>
              <a:ext uri="{FF2B5EF4-FFF2-40B4-BE49-F238E27FC236}">
                <a16:creationId xmlns:a16="http://schemas.microsoft.com/office/drawing/2014/main" id="{82AD2B9F-4EC2-44D0-8B55-E656402B77F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17243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400" b="0" i="0" kern="1200" dirty="0" smtClean="0">
                <a:solidFill>
                  <a:srgbClr val="7E00FF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1E74EAA9-5B82-4101-B020-50CF0766643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17243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400" b="0" i="0" kern="1200" dirty="0" smtClean="0">
                <a:solidFill>
                  <a:srgbClr val="7E00FF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AE23FA7-A75F-4AF9-B043-021AFE75A1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3844F35-3CBA-474C-9E20-6DF18E2F5BD9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68D4D197-6972-4F41-BE86-B29CDE8EC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96475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541B288-FCC0-41A4-AEE5-C857A5C7A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  <a:prstGeom prst="rect">
            <a:avLst/>
          </a:prstGeom>
        </p:spPr>
        <p:txBody>
          <a:bodyPr/>
          <a:lstStyle>
            <a:lvl1pPr>
              <a:defRPr sz="3600" cap="none" baseline="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F52B0A15-DAF3-4F0B-BBC8-4D244E6E104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F0FAC445-9E58-4DEA-B1C9-2CFC01B49E0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12A3993B-16AC-4C76-B607-DFC37C49E50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A7BC46FA-8642-43ED-9BA3-BCD151D3325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5FA171B2-167B-4D6B-AF3B-80C1D057282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6E9471C7-B068-42EC-B797-BD0E1F11D3F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AC4ECA2-5B6E-4115-A5E0-9C4C99B67EFB}"/>
              </a:ext>
            </a:extLst>
          </p:cNvPr>
          <p:cNvCxnSpPr>
            <a:cxnSpLocks/>
          </p:cNvCxnSpPr>
          <p:nvPr userDrawn="1"/>
        </p:nvCxnSpPr>
        <p:spPr>
          <a:xfrm>
            <a:off x="377415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EACBDD-3B57-4D09-903F-A0DEAFAF17E4}"/>
              </a:ext>
            </a:extLst>
          </p:cNvPr>
          <p:cNvCxnSpPr>
            <a:cxnSpLocks/>
          </p:cNvCxnSpPr>
          <p:nvPr userDrawn="1"/>
        </p:nvCxnSpPr>
        <p:spPr>
          <a:xfrm>
            <a:off x="2353236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11095DE-C634-41C0-93D0-72A69EE5AB76}"/>
              </a:ext>
            </a:extLst>
          </p:cNvPr>
          <p:cNvCxnSpPr>
            <a:cxnSpLocks/>
          </p:cNvCxnSpPr>
          <p:nvPr userDrawn="1"/>
        </p:nvCxnSpPr>
        <p:spPr>
          <a:xfrm>
            <a:off x="4329057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B4E6A54-C116-49CE-A792-A01ECA67A7D0}"/>
              </a:ext>
            </a:extLst>
          </p:cNvPr>
          <p:cNvCxnSpPr>
            <a:cxnSpLocks/>
          </p:cNvCxnSpPr>
          <p:nvPr userDrawn="1"/>
        </p:nvCxnSpPr>
        <p:spPr>
          <a:xfrm>
            <a:off x="6304878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7580A23-E658-40ED-AF59-E5E415EE8254}"/>
              </a:ext>
            </a:extLst>
          </p:cNvPr>
          <p:cNvCxnSpPr>
            <a:cxnSpLocks/>
          </p:cNvCxnSpPr>
          <p:nvPr userDrawn="1"/>
        </p:nvCxnSpPr>
        <p:spPr>
          <a:xfrm>
            <a:off x="8280699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3330091-607D-4DAA-BC06-146F0C933821}"/>
              </a:ext>
            </a:extLst>
          </p:cNvPr>
          <p:cNvCxnSpPr>
            <a:cxnSpLocks/>
          </p:cNvCxnSpPr>
          <p:nvPr userDrawn="1"/>
        </p:nvCxnSpPr>
        <p:spPr>
          <a:xfrm>
            <a:off x="10256520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177AD719-04F0-4EA3-A07D-5D84F1F8633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000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DA649AC6-7B51-43BB-9EB1-B02642B7B93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000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8" name="Text Placeholder 21">
            <a:extLst>
              <a:ext uri="{FF2B5EF4-FFF2-40B4-BE49-F238E27FC236}">
                <a16:creationId xmlns:a16="http://schemas.microsoft.com/office/drawing/2014/main" id="{82A615A5-3E85-4E9F-9C3F-69B47C5A1BD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000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9" name="Text Placeholder 21">
            <a:extLst>
              <a:ext uri="{FF2B5EF4-FFF2-40B4-BE49-F238E27FC236}">
                <a16:creationId xmlns:a16="http://schemas.microsoft.com/office/drawing/2014/main" id="{F3ACD616-960F-4440-89A4-45EF52591A5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000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E49398CE-8AE5-42C3-B85C-18893CB5D5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000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9D9C735C-6FC7-4359-87D7-68F4CC6960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000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95EBC20-C599-4524-B5CB-C21A44B289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EC12A61-369B-4021-A88A-48A01BE87408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6" name="Slide Number Placeholder 6">
            <a:extLst>
              <a:ext uri="{FF2B5EF4-FFF2-40B4-BE49-F238E27FC236}">
                <a16:creationId xmlns:a16="http://schemas.microsoft.com/office/drawing/2014/main" id="{3DDD2CF6-158E-4F95-A253-4B03581D87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4417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solidFill>
          <a:srgbClr val="46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541B288-FCC0-41A4-AEE5-C857A5C7A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  <a:prstGeom prst="rect">
            <a:avLst/>
          </a:prstGeom>
        </p:spPr>
        <p:txBody>
          <a:bodyPr/>
          <a:lstStyle>
            <a:lvl1pPr>
              <a:defRPr sz="3600" cap="none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F52B0A15-DAF3-4F0B-BBC8-4D244E6E104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F0FAC445-9E58-4DEA-B1C9-2CFC01B49E0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12A3993B-16AC-4C76-B607-DFC37C49E50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A7BC46FA-8642-43ED-9BA3-BCD151D3325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5FA171B2-167B-4D6B-AF3B-80C1D057282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6E9471C7-B068-42EC-B797-BD0E1F11D3F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AC4ECA2-5B6E-4115-A5E0-9C4C99B67EFB}"/>
              </a:ext>
            </a:extLst>
          </p:cNvPr>
          <p:cNvCxnSpPr>
            <a:cxnSpLocks/>
          </p:cNvCxnSpPr>
          <p:nvPr userDrawn="1"/>
        </p:nvCxnSpPr>
        <p:spPr>
          <a:xfrm>
            <a:off x="377415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EACBDD-3B57-4D09-903F-A0DEAFAF17E4}"/>
              </a:ext>
            </a:extLst>
          </p:cNvPr>
          <p:cNvCxnSpPr>
            <a:cxnSpLocks/>
          </p:cNvCxnSpPr>
          <p:nvPr userDrawn="1"/>
        </p:nvCxnSpPr>
        <p:spPr>
          <a:xfrm>
            <a:off x="2353236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11095DE-C634-41C0-93D0-72A69EE5AB76}"/>
              </a:ext>
            </a:extLst>
          </p:cNvPr>
          <p:cNvCxnSpPr>
            <a:cxnSpLocks/>
          </p:cNvCxnSpPr>
          <p:nvPr userDrawn="1"/>
        </p:nvCxnSpPr>
        <p:spPr>
          <a:xfrm>
            <a:off x="4329057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B4E6A54-C116-49CE-A792-A01ECA67A7D0}"/>
              </a:ext>
            </a:extLst>
          </p:cNvPr>
          <p:cNvCxnSpPr>
            <a:cxnSpLocks/>
          </p:cNvCxnSpPr>
          <p:nvPr userDrawn="1"/>
        </p:nvCxnSpPr>
        <p:spPr>
          <a:xfrm>
            <a:off x="6304878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7580A23-E658-40ED-AF59-E5E415EE8254}"/>
              </a:ext>
            </a:extLst>
          </p:cNvPr>
          <p:cNvCxnSpPr>
            <a:cxnSpLocks/>
          </p:cNvCxnSpPr>
          <p:nvPr userDrawn="1"/>
        </p:nvCxnSpPr>
        <p:spPr>
          <a:xfrm>
            <a:off x="8280699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3330091-607D-4DAA-BC06-146F0C933821}"/>
              </a:ext>
            </a:extLst>
          </p:cNvPr>
          <p:cNvCxnSpPr>
            <a:cxnSpLocks/>
          </p:cNvCxnSpPr>
          <p:nvPr userDrawn="1"/>
        </p:nvCxnSpPr>
        <p:spPr>
          <a:xfrm>
            <a:off x="10256520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177AD719-04F0-4EA3-A07D-5D84F1F8633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000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solidFill>
                  <a:schemeClr val="bg1"/>
                </a:solidFill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DA649AC6-7B51-43BB-9EB1-B02642B7B93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000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solidFill>
                  <a:schemeClr val="bg1"/>
                </a:solidFill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8" name="Text Placeholder 21">
            <a:extLst>
              <a:ext uri="{FF2B5EF4-FFF2-40B4-BE49-F238E27FC236}">
                <a16:creationId xmlns:a16="http://schemas.microsoft.com/office/drawing/2014/main" id="{82A615A5-3E85-4E9F-9C3F-69B47C5A1BD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000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solidFill>
                  <a:schemeClr val="bg1"/>
                </a:solidFill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9" name="Text Placeholder 21">
            <a:extLst>
              <a:ext uri="{FF2B5EF4-FFF2-40B4-BE49-F238E27FC236}">
                <a16:creationId xmlns:a16="http://schemas.microsoft.com/office/drawing/2014/main" id="{F3ACD616-960F-4440-89A4-45EF52591A5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000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solidFill>
                  <a:schemeClr val="bg1"/>
                </a:solidFill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E49398CE-8AE5-42C3-B85C-18893CB5D5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000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solidFill>
                  <a:schemeClr val="bg1"/>
                </a:solidFill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9D9C735C-6FC7-4359-87D7-68F4CC6960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000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solidFill>
                  <a:schemeClr val="bg1"/>
                </a:solidFill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6ED3B9D-41A1-4D0C-8F5D-EE0D79764C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9FB43FA-4061-4514-8C9B-617E21C3A972}"/>
              </a:ext>
            </a:extLst>
          </p:cNvPr>
          <p:cNvSpPr/>
          <p:nvPr userDrawn="1"/>
        </p:nvSpPr>
        <p:spPr>
          <a:xfrm>
            <a:off x="8829675" y="-171450"/>
            <a:ext cx="371475" cy="295273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818890-0B4F-4066-BDD9-E8ABD18441D7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5" name="Slide Number Placeholder 6">
            <a:extLst>
              <a:ext uri="{FF2B5EF4-FFF2-40B4-BE49-F238E27FC236}">
                <a16:creationId xmlns:a16="http://schemas.microsoft.com/office/drawing/2014/main" id="{42456F1C-1206-4061-92B3-32FAFBEF5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bg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3351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35BC105-624D-4C2C-B3C7-04EFD260583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  <a:prstGeom prst="rect">
            <a:avLst/>
          </a:prstGeom>
        </p:spPr>
        <p:txBody>
          <a:bodyPr/>
          <a:lstStyle>
            <a:lvl1pPr>
              <a:defRPr sz="2000" b="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Place text here, use indent to access other levels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D92CFC2-0B9A-42FC-B25F-EE131D3D55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  <a:prstGeom prst="rect">
            <a:avLst/>
          </a:prstGeom>
        </p:spPr>
        <p:txBody>
          <a:bodyPr/>
          <a:lstStyle>
            <a:lvl1pPr>
              <a:defRPr sz="3600" cap="none" baseline="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A5F0250F-344C-4B8D-9F17-6BE3E9A7441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2" y="1295233"/>
            <a:ext cx="1186945" cy="11869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A22D3D2A-3512-406C-B48B-F78A90A6F40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3" y="1295233"/>
            <a:ext cx="1186945" cy="11869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F35267D8-941D-4128-A87E-40D7630D3DD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5" y="1295233"/>
            <a:ext cx="1186945" cy="11869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8B3BDAD4-6A62-43CA-A446-47C2ABDC5FB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4" y="1295233"/>
            <a:ext cx="1186945" cy="11869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F69EA3A-08EE-43FC-A0AF-CC1285FF130F}"/>
              </a:ext>
            </a:extLst>
          </p:cNvPr>
          <p:cNvCxnSpPr>
            <a:cxnSpLocks/>
          </p:cNvCxnSpPr>
          <p:nvPr userDrawn="1"/>
        </p:nvCxnSpPr>
        <p:spPr>
          <a:xfrm>
            <a:off x="4325822" y="2633001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845E48B-13CB-415C-930D-F982A43AA32A}"/>
              </a:ext>
            </a:extLst>
          </p:cNvPr>
          <p:cNvCxnSpPr>
            <a:cxnSpLocks/>
          </p:cNvCxnSpPr>
          <p:nvPr userDrawn="1"/>
        </p:nvCxnSpPr>
        <p:spPr>
          <a:xfrm>
            <a:off x="6298233" y="2633001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1BE724-7F28-47F8-85F3-7B84A9CF1CE1}"/>
              </a:ext>
            </a:extLst>
          </p:cNvPr>
          <p:cNvCxnSpPr>
            <a:cxnSpLocks/>
          </p:cNvCxnSpPr>
          <p:nvPr userDrawn="1"/>
        </p:nvCxnSpPr>
        <p:spPr>
          <a:xfrm>
            <a:off x="8270644" y="2633001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D14BF5B-69B7-4D8B-8004-BE2FA819DC01}"/>
              </a:ext>
            </a:extLst>
          </p:cNvPr>
          <p:cNvCxnSpPr>
            <a:cxnSpLocks/>
          </p:cNvCxnSpPr>
          <p:nvPr userDrawn="1"/>
        </p:nvCxnSpPr>
        <p:spPr>
          <a:xfrm>
            <a:off x="10243055" y="2633001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21">
            <a:extLst>
              <a:ext uri="{FF2B5EF4-FFF2-40B4-BE49-F238E27FC236}">
                <a16:creationId xmlns:a16="http://schemas.microsoft.com/office/drawing/2014/main" id="{8F06A0F2-2653-4839-B98B-42C85A90B6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14" name="Text Placeholder 21">
            <a:extLst>
              <a:ext uri="{FF2B5EF4-FFF2-40B4-BE49-F238E27FC236}">
                <a16:creationId xmlns:a16="http://schemas.microsoft.com/office/drawing/2014/main" id="{138C91DF-19B9-4EBD-84C2-0584C871F1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6D9918DB-3405-41DB-9161-36344255D47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E11591D7-9320-401D-B9AE-0027DF4C1B2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B56FAE78-006F-4C66-8D93-B8A267669D54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774A1C6B-05A2-4B03-8ACE-FDBCE5FEAFA3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9" name="Picture Placeholder 13">
            <a:extLst>
              <a:ext uri="{FF2B5EF4-FFF2-40B4-BE49-F238E27FC236}">
                <a16:creationId xmlns:a16="http://schemas.microsoft.com/office/drawing/2014/main" id="{811104F0-EAE6-4293-AD73-CC1AA02EEF85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5" y="3842161"/>
            <a:ext cx="1186945" cy="11869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71267F2C-C3E7-49AF-9A6B-C70C4067C915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4707EF0-654C-42A6-91D5-139CDCC4FA3F}"/>
              </a:ext>
            </a:extLst>
          </p:cNvPr>
          <p:cNvCxnSpPr>
            <a:cxnSpLocks/>
          </p:cNvCxnSpPr>
          <p:nvPr userDrawn="1"/>
        </p:nvCxnSpPr>
        <p:spPr>
          <a:xfrm>
            <a:off x="4325822" y="5179929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5933A7B-9D67-4BF2-ABF9-3A1E5A5604AE}"/>
              </a:ext>
            </a:extLst>
          </p:cNvPr>
          <p:cNvCxnSpPr>
            <a:cxnSpLocks/>
          </p:cNvCxnSpPr>
          <p:nvPr userDrawn="1"/>
        </p:nvCxnSpPr>
        <p:spPr>
          <a:xfrm>
            <a:off x="6298233" y="5179929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62AC483-8650-42AB-BA62-ABC3014EBC88}"/>
              </a:ext>
            </a:extLst>
          </p:cNvPr>
          <p:cNvCxnSpPr>
            <a:cxnSpLocks/>
          </p:cNvCxnSpPr>
          <p:nvPr userDrawn="1"/>
        </p:nvCxnSpPr>
        <p:spPr>
          <a:xfrm>
            <a:off x="8270644" y="5179929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5FE3483-4CE7-4AE2-AAB7-DA4723E2E451}"/>
              </a:ext>
            </a:extLst>
          </p:cNvPr>
          <p:cNvCxnSpPr>
            <a:cxnSpLocks/>
          </p:cNvCxnSpPr>
          <p:nvPr userDrawn="1"/>
        </p:nvCxnSpPr>
        <p:spPr>
          <a:xfrm>
            <a:off x="10243055" y="5179929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1F54C68B-D890-4A30-9C63-D58B9C4DBE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426FA1E2-7EF4-4F3F-96E1-4C1A2C5E838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74AE9169-5CB6-4A7C-BE6C-33A6C90EC37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4678B2ED-6E44-4C41-967B-0CE8212FAB9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FBC0BD1-9CB1-4682-A7FE-16CF269DFDDC}"/>
              </a:ext>
            </a:extLst>
          </p:cNvPr>
          <p:cNvSpPr txBox="1"/>
          <p:nvPr userDrawn="1"/>
        </p:nvSpPr>
        <p:spPr>
          <a:xfrm>
            <a:off x="9363919" y="662071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BECBA2A-29F1-45DD-B57A-C86D160D54B2}"/>
              </a:ext>
            </a:extLst>
          </p:cNvPr>
          <p:cNvSpPr txBox="1"/>
          <p:nvPr userDrawn="1"/>
        </p:nvSpPr>
        <p:spPr>
          <a:xfrm>
            <a:off x="9734309" y="653969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9085117-E87A-4662-ADD3-C60E1BC56128}"/>
              </a:ext>
            </a:extLst>
          </p:cNvPr>
          <p:cNvSpPr txBox="1"/>
          <p:nvPr userDrawn="1"/>
        </p:nvSpPr>
        <p:spPr>
          <a:xfrm>
            <a:off x="10131552" y="652881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E679671-8BBF-4F2A-AF06-391BA6802C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79240B7-154D-43AE-BC46-AE9B23C4BAF7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36" name="Slide Number Placeholder 6">
            <a:extLst>
              <a:ext uri="{FF2B5EF4-FFF2-40B4-BE49-F238E27FC236}">
                <a16:creationId xmlns:a16="http://schemas.microsoft.com/office/drawing/2014/main" id="{E70540D2-F5C5-4AF4-9E5F-90EF2E8185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7519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932FB094-E190-411D-8D4A-1FBB9EBE5A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3267635"/>
            <a:ext cx="5334000" cy="2667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sub-headline here in Palatino Linotype, indent for other levels</a:t>
            </a:r>
          </a:p>
          <a:p>
            <a:pPr lvl="1"/>
            <a:r>
              <a:rPr lang="en-US"/>
              <a:t>Second level (text 18pt)</a:t>
            </a:r>
          </a:p>
          <a:p>
            <a:pPr lvl="2"/>
            <a:r>
              <a:rPr lang="en-US"/>
              <a:t>Third level bullet (bullet 18pt)</a:t>
            </a:r>
          </a:p>
          <a:p>
            <a:pPr lvl="3"/>
            <a:r>
              <a:rPr lang="en-US"/>
              <a:t>Fourth level bullet (bullet 16pt)</a:t>
            </a:r>
          </a:p>
          <a:p>
            <a:pPr lvl="4"/>
            <a:r>
              <a:rPr lang="en-US"/>
              <a:t>Fifth level bullet (bullet 16pt)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E67C623-F1C7-466A-A7B6-323E5511A67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96770"/>
            <a:ext cx="6096000" cy="6042106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80EE1F7-4A1D-4A4F-935D-C0FDAF795E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  <a:prstGeom prst="rect">
            <a:avLst/>
          </a:prstGeom>
        </p:spPr>
        <p:txBody>
          <a:bodyPr anchor="b"/>
          <a:lstStyle>
            <a:lvl1pPr>
              <a:defRPr sz="3600" cap="none" baseline="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5A509E-C160-4399-BD24-9DD2A14D50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5C62BD-67B1-4418-BC3B-F8F9C2A53481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9F4A0D22-662D-4F16-BD96-DBE9857880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3259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2">
    <p:bg>
      <p:bgPr>
        <a:solidFill>
          <a:srgbClr val="A1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5">
            <a:extLst>
              <a:ext uri="{FF2B5EF4-FFF2-40B4-BE49-F238E27FC236}">
                <a16:creationId xmlns:a16="http://schemas.microsoft.com/office/drawing/2014/main" id="{55B56611-66D5-4045-8857-EC7F29AA4E0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image here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D8DFE5-23B6-44E2-BC6D-B81FAC0ED85D}"/>
              </a:ext>
            </a:extLst>
          </p:cNvPr>
          <p:cNvSpPr/>
          <p:nvPr userDrawn="1"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C85211-58D3-4D2F-9610-E0C22C1D01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  <a:prstGeom prst="rect">
            <a:avLst/>
          </a:prstGeom>
        </p:spPr>
        <p:txBody>
          <a:bodyPr anchor="b"/>
          <a:lstStyle>
            <a:lvl1pPr>
              <a:defRPr sz="3600" cap="none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5979E5-37E6-4F52-90A3-DFFB7915AE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1DBC5828-C053-47DF-A660-07FAD6BEF85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76999" y="3267635"/>
            <a:ext cx="5334000" cy="2667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>
                <a:solidFill>
                  <a:schemeClr val="bg1"/>
                </a:solidFill>
                <a:latin typeface="Palatino Linotype" panose="02040502050505030304" pitchFamily="18" charset="0"/>
              </a:defRPr>
            </a:lvl1pPr>
            <a:lvl2pPr marL="0" indent="0">
              <a:buNone/>
              <a:defRPr sz="1800">
                <a:solidFill>
                  <a:schemeClr val="bg1"/>
                </a:solidFill>
              </a:defRPr>
            </a:lvl2pPr>
            <a:lvl3pPr marL="2286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3pPr>
            <a:lvl4pPr marL="457200">
              <a:buFont typeface="System Font"/>
              <a:buChar char="–"/>
              <a:defRPr sz="1600">
                <a:solidFill>
                  <a:schemeClr val="bg1"/>
                </a:solidFill>
              </a:defRPr>
            </a:lvl4pPr>
            <a:lvl5pPr marL="6858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Place sub-headline here in Palatino Linotype, indent for other levels</a:t>
            </a:r>
          </a:p>
          <a:p>
            <a:pPr lvl="1"/>
            <a:r>
              <a:rPr lang="en-US"/>
              <a:t>Second level (text 18pt)</a:t>
            </a:r>
          </a:p>
          <a:p>
            <a:pPr lvl="2"/>
            <a:r>
              <a:rPr lang="en-US"/>
              <a:t>Third level bullet (bullet 18pt)</a:t>
            </a:r>
          </a:p>
          <a:p>
            <a:pPr lvl="3"/>
            <a:r>
              <a:rPr lang="en-US"/>
              <a:t>Fourth level bullet (bullet 16pt)</a:t>
            </a:r>
          </a:p>
          <a:p>
            <a:pPr lvl="4"/>
            <a:r>
              <a:rPr lang="en-US"/>
              <a:t>Fifth level bullet (bullet 16pt)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13FBCB-DFB5-4D09-9827-03753D6CDBB5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341675D7-FA14-48CB-BBE3-180E04C350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bg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1387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Portrai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63344AD9-9742-4E92-845B-4FD424E906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4" name="Picture Placeholder 18">
            <a:extLst>
              <a:ext uri="{FF2B5EF4-FFF2-40B4-BE49-F238E27FC236}">
                <a16:creationId xmlns:a16="http://schemas.microsoft.com/office/drawing/2014/main" id="{7DF044FB-F611-4D59-A091-49FC01AA19C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1" y="744434"/>
            <a:ext cx="4190998" cy="4976446"/>
          </a:xfrm>
          <a:prstGeom prst="rect">
            <a:avLst/>
          </a:prstGeom>
          <a:solidFill>
            <a:schemeClr val="bg1"/>
          </a:solidFill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44155CF-E1CD-46B8-AEA5-B5D7CFA5AA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  <a:prstGeom prst="rect">
            <a:avLst/>
          </a:prstGeom>
        </p:spPr>
        <p:txBody>
          <a:bodyPr anchor="ctr"/>
          <a:lstStyle>
            <a:lvl1pPr>
              <a:defRPr sz="54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F1B408-9130-4831-84E6-F22A099E85C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B2C421-ABFF-4137-9AB2-780C1BC3437C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CF3F35EC-114B-4329-8B3C-7BC90C07CB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66837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6DA7640-06B6-4700-8467-C8241A7627E2}"/>
              </a:ext>
            </a:extLst>
          </p:cNvPr>
          <p:cNvSpPr/>
          <p:nvPr userDrawn="1"/>
        </p:nvSpPr>
        <p:spPr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3AD115E6-4CF2-4C02-8D5A-CAD48EDE2CB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2"/>
            <a:ext cx="2285996" cy="128486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5" name="Picture Placeholder 35">
            <a:extLst>
              <a:ext uri="{FF2B5EF4-FFF2-40B4-BE49-F238E27FC236}">
                <a16:creationId xmlns:a16="http://schemas.microsoft.com/office/drawing/2014/main" id="{E576D9DE-C5ED-4DFE-8F35-E712D284775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5992" y="0"/>
            <a:ext cx="6096008" cy="6311900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 here</a:t>
            </a:r>
            <a:endParaRPr lang="en-US"/>
          </a:p>
        </p:txBody>
      </p:sp>
      <p:sp>
        <p:nvSpPr>
          <p:cNvPr id="6" name="Text Placeholder 26">
            <a:extLst>
              <a:ext uri="{FF2B5EF4-FFF2-40B4-BE49-F238E27FC236}">
                <a16:creationId xmlns:a16="http://schemas.microsoft.com/office/drawing/2014/main" id="{2B2101DA-9586-4CB0-97CE-AE15A8C921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AD5146F-C25F-4960-95F8-794FF3295B0A}"/>
              </a:ext>
            </a:extLst>
          </p:cNvPr>
          <p:cNvCxnSpPr>
            <a:cxnSpLocks/>
          </p:cNvCxnSpPr>
          <p:nvPr userDrawn="1"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6">
            <a:extLst>
              <a:ext uri="{FF2B5EF4-FFF2-40B4-BE49-F238E27FC236}">
                <a16:creationId xmlns:a16="http://schemas.microsoft.com/office/drawing/2014/main" id="{B22329EE-A4E0-4413-BA61-AE8A1C0B1D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26">
            <a:extLst>
              <a:ext uri="{FF2B5EF4-FFF2-40B4-BE49-F238E27FC236}">
                <a16:creationId xmlns:a16="http://schemas.microsoft.com/office/drawing/2014/main" id="{C30865F1-6E3D-4AAF-9686-A0DE6DFCB3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70024B73-74BA-4FAE-A886-B6F661C95A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065A384-68B0-4A58-BE7D-0A1B24867B24}"/>
              </a:ext>
            </a:extLst>
          </p:cNvPr>
          <p:cNvCxnSpPr>
            <a:cxnSpLocks/>
          </p:cNvCxnSpPr>
          <p:nvPr userDrawn="1"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2">
            <a:extLst>
              <a:ext uri="{FF2B5EF4-FFF2-40B4-BE49-F238E27FC236}">
                <a16:creationId xmlns:a16="http://schemas.microsoft.com/office/drawing/2014/main" id="{B136300B-8B7A-4ECB-A0F7-382E7426388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2"/>
            <a:ext cx="2285996" cy="128486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17" name="Text Placeholder 32">
            <a:extLst>
              <a:ext uri="{FF2B5EF4-FFF2-40B4-BE49-F238E27FC236}">
                <a16:creationId xmlns:a16="http://schemas.microsoft.com/office/drawing/2014/main" id="{A80C2C5B-C5E4-4BE1-888C-9F1B0584C8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28486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18" name="Text Placeholder 32">
            <a:extLst>
              <a:ext uri="{FF2B5EF4-FFF2-40B4-BE49-F238E27FC236}">
                <a16:creationId xmlns:a16="http://schemas.microsoft.com/office/drawing/2014/main" id="{6D259959-737D-4E11-8D10-B9191B7148A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1"/>
            <a:ext cx="2285996" cy="128486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7055A6-16B1-427F-8BC7-7560E637F9EA}"/>
              </a:ext>
            </a:extLst>
          </p:cNvPr>
          <p:cNvSpPr/>
          <p:nvPr userDrawn="1"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881416A-A475-42FF-8A57-72D1512AE7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8419DF4-3372-44E2-9E80-5D5DFA4C4322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3" name="Slide Number Placeholder 6">
            <a:extLst>
              <a:ext uri="{FF2B5EF4-FFF2-40B4-BE49-F238E27FC236}">
                <a16:creationId xmlns:a16="http://schemas.microsoft.com/office/drawing/2014/main" id="{90CA9397-C33B-4B6F-8699-58A482803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bg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134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DA94C0-E268-42A9-80AB-6837F684FFF0}"/>
              </a:ext>
            </a:extLst>
          </p:cNvPr>
          <p:cNvSpPr/>
          <p:nvPr userDrawn="1"/>
        </p:nvSpPr>
        <p:spPr>
          <a:xfrm>
            <a:off x="9144056" y="3155948"/>
            <a:ext cx="3047944" cy="31559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835368-9A7C-4D03-9D2A-34FDC74DE06C}"/>
              </a:ext>
            </a:extLst>
          </p:cNvPr>
          <p:cNvSpPr/>
          <p:nvPr userDrawn="1"/>
        </p:nvSpPr>
        <p:spPr>
          <a:xfrm>
            <a:off x="3048000" y="3155948"/>
            <a:ext cx="3047968" cy="3155952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35">
            <a:extLst>
              <a:ext uri="{FF2B5EF4-FFF2-40B4-BE49-F238E27FC236}">
                <a16:creationId xmlns:a16="http://schemas.microsoft.com/office/drawing/2014/main" id="{BC5869D2-A011-460E-939C-910EF0477E5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5976" y="-1"/>
            <a:ext cx="3048024" cy="3151189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 here</a:t>
            </a:r>
            <a:endParaRPr lang="en-US"/>
          </a:p>
        </p:txBody>
      </p:sp>
      <p:sp>
        <p:nvSpPr>
          <p:cNvPr id="7" name="Text Placeholder 26">
            <a:extLst>
              <a:ext uri="{FF2B5EF4-FFF2-40B4-BE49-F238E27FC236}">
                <a16:creationId xmlns:a16="http://schemas.microsoft.com/office/drawing/2014/main" id="{818045DC-4D5C-4E83-B4D2-60B1672C612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0D43300B-E600-401A-85D6-CB0B67BCA5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2"/>
            <a:ext cx="2285995" cy="1284879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9" name="Text Placeholder 26">
            <a:extLst>
              <a:ext uri="{FF2B5EF4-FFF2-40B4-BE49-F238E27FC236}">
                <a16:creationId xmlns:a16="http://schemas.microsoft.com/office/drawing/2014/main" id="{94210FF6-3498-400C-AA6C-94DAF290C53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32">
            <a:extLst>
              <a:ext uri="{FF2B5EF4-FFF2-40B4-BE49-F238E27FC236}">
                <a16:creationId xmlns:a16="http://schemas.microsoft.com/office/drawing/2014/main" id="{8736F521-07DB-45BC-89C6-72F41E1AEC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79CA8978-AD96-4646-89FA-9B3382DF3DB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742FBAE9-7D49-483A-B862-80DF3A4AAA9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6"/>
            <a:ext cx="2285995" cy="1284879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13" name="Picture Placeholder 35">
            <a:extLst>
              <a:ext uri="{FF2B5EF4-FFF2-40B4-BE49-F238E27FC236}">
                <a16:creationId xmlns:a16="http://schemas.microsoft.com/office/drawing/2014/main" id="{C608BB77-F474-4C3C-9C24-7906DC9F111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0" y="3155942"/>
            <a:ext cx="3048000" cy="3155958"/>
          </a:xfrm>
          <a:prstGeom prst="rect">
            <a:avLst/>
          </a:prstGeom>
          <a:solidFill>
            <a:schemeClr val="bg2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Add image here</a:t>
            </a:r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5C574072-8620-43D3-831F-9D081E6A167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5" name="Text Placeholder 32">
            <a:extLst>
              <a:ext uri="{FF2B5EF4-FFF2-40B4-BE49-F238E27FC236}">
                <a16:creationId xmlns:a16="http://schemas.microsoft.com/office/drawing/2014/main" id="{37464DC0-91AA-4FCC-999B-0365A3AE0AD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284879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7FCDC064-1D2A-4028-8BBD-0EB5CA37E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42" y="380999"/>
            <a:ext cx="5333967" cy="2393952"/>
          </a:xfrm>
          <a:prstGeom prst="rect">
            <a:avLst/>
          </a:prstGeom>
        </p:spPr>
        <p:txBody>
          <a:bodyPr anchor="ctr"/>
          <a:lstStyle>
            <a:lvl1pPr>
              <a:defRPr sz="3600" cap="none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Place headline here 36pt, min 30pt)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DF0B80-2796-4068-8B14-A1D3284EFA33}"/>
              </a:ext>
            </a:extLst>
          </p:cNvPr>
          <p:cNvSpPr/>
          <p:nvPr userDrawn="1"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25F822E-4B2F-446B-A751-12BDF44E7B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DACB202-30B4-46A7-9688-BF1702C9BD54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3" name="Slide Number Placeholder 6">
            <a:extLst>
              <a:ext uri="{FF2B5EF4-FFF2-40B4-BE49-F238E27FC236}">
                <a16:creationId xmlns:a16="http://schemas.microsoft.com/office/drawing/2014/main" id="{CDF985DE-9CB9-4359-99D1-26F39FB360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bg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26869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rse Agenda - Option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4">
            <a:extLst>
              <a:ext uri="{FF2B5EF4-FFF2-40B4-BE49-F238E27FC236}">
                <a16:creationId xmlns:a16="http://schemas.microsoft.com/office/drawing/2014/main" id="{46E1A224-70CA-4207-A7F7-FF1C56BBF12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10716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9" name="Text Placeholder 44">
            <a:extLst>
              <a:ext uri="{FF2B5EF4-FFF2-40B4-BE49-F238E27FC236}">
                <a16:creationId xmlns:a16="http://schemas.microsoft.com/office/drawing/2014/main" id="{AA9ED986-3255-4C0F-A456-65EA6AF03AD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24549" y="3583562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10" name="Text Placeholder 44">
            <a:extLst>
              <a:ext uri="{FF2B5EF4-FFF2-40B4-BE49-F238E27FC236}">
                <a16:creationId xmlns:a16="http://schemas.microsoft.com/office/drawing/2014/main" id="{50B9EC24-6A0F-4E8E-A53B-FA05857743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238384" y="3588203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11" name="Text Placeholder 44">
            <a:extLst>
              <a:ext uri="{FF2B5EF4-FFF2-40B4-BE49-F238E27FC236}">
                <a16:creationId xmlns:a16="http://schemas.microsoft.com/office/drawing/2014/main" id="{F25F7921-38DB-444E-94C5-24E3DBA2C9F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716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12" name="Text Placeholder 44">
            <a:extLst>
              <a:ext uri="{FF2B5EF4-FFF2-40B4-BE49-F238E27FC236}">
                <a16:creationId xmlns:a16="http://schemas.microsoft.com/office/drawing/2014/main" id="{6857EC5C-8356-46E8-B8F5-B926971D0E6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824549" y="1600631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13" name="Text Placeholder 44">
            <a:extLst>
              <a:ext uri="{FF2B5EF4-FFF2-40B4-BE49-F238E27FC236}">
                <a16:creationId xmlns:a16="http://schemas.microsoft.com/office/drawing/2014/main" id="{E0063B6D-42C7-426C-B4DB-561E5ACD059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238384" y="1605272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BB04EF9-7B11-4931-B01F-5538A059B39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02461" y="230446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E546B8E-6D27-4FFC-A84C-8EE884B1E601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94206" y="428739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24D5403-E6AC-479D-863C-9BC1FDFFB2BD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816294" y="427162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DE812A7-4699-46BF-B9D1-CE52A90A98D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230127" y="426978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A496FC0B-4A59-4F7A-B9C7-3DD1C84E57C2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824549" y="228869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B4C2034D-2E80-484B-A43B-BFB689B79FA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238382" y="228685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17DA2B9-1000-45D6-90EF-B1002F6F32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9B135AF-9F12-47AD-B3E1-8BD6A468986F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1" name="Slide Number Placeholder 6">
            <a:extLst>
              <a:ext uri="{FF2B5EF4-FFF2-40B4-BE49-F238E27FC236}">
                <a16:creationId xmlns:a16="http://schemas.microsoft.com/office/drawing/2014/main" id="{860B32A6-5DFD-43E2-BF94-DB45716E2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01461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rse Agenda - Option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427">
            <a:extLst>
              <a:ext uri="{FF2B5EF4-FFF2-40B4-BE49-F238E27FC236}">
                <a16:creationId xmlns:a16="http://schemas.microsoft.com/office/drawing/2014/main" id="{D2171CE2-AC8D-40F5-8EC1-86AC00CC38C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46341" y="1262744"/>
            <a:ext cx="4230565" cy="375350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Title here</a:t>
            </a:r>
          </a:p>
        </p:txBody>
      </p:sp>
      <p:sp>
        <p:nvSpPr>
          <p:cNvPr id="36" name="Shape 427">
            <a:extLst>
              <a:ext uri="{FF2B5EF4-FFF2-40B4-BE49-F238E27FC236}">
                <a16:creationId xmlns:a16="http://schemas.microsoft.com/office/drawing/2014/main" id="{D2F44EE3-B5DC-4384-AE96-6A9C53C8876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79020" y="1262744"/>
            <a:ext cx="467321" cy="375350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rgbClr val="A100FF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Shape 427">
            <a:extLst>
              <a:ext uri="{FF2B5EF4-FFF2-40B4-BE49-F238E27FC236}">
                <a16:creationId xmlns:a16="http://schemas.microsoft.com/office/drawing/2014/main" id="{DB8280B4-53DC-4B0D-B130-DC701C09094C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46341" y="1771386"/>
            <a:ext cx="4230565" cy="375350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Title here</a:t>
            </a:r>
          </a:p>
        </p:txBody>
      </p:sp>
      <p:sp>
        <p:nvSpPr>
          <p:cNvPr id="39" name="Shape 427">
            <a:extLst>
              <a:ext uri="{FF2B5EF4-FFF2-40B4-BE49-F238E27FC236}">
                <a16:creationId xmlns:a16="http://schemas.microsoft.com/office/drawing/2014/main" id="{F9442AC2-89B6-45D1-A507-FDE7C90FB5C2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79021" y="1771386"/>
            <a:ext cx="467320" cy="375350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rgbClr val="A100FF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1" name="Shape 427">
            <a:extLst>
              <a:ext uri="{FF2B5EF4-FFF2-40B4-BE49-F238E27FC236}">
                <a16:creationId xmlns:a16="http://schemas.microsoft.com/office/drawing/2014/main" id="{1A2DBAF8-35DB-44D2-88D2-AE8EFBCB6CD4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846341" y="2280028"/>
            <a:ext cx="4230565" cy="375350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Title here</a:t>
            </a:r>
          </a:p>
        </p:txBody>
      </p:sp>
      <p:sp>
        <p:nvSpPr>
          <p:cNvPr id="42" name="Shape 427">
            <a:extLst>
              <a:ext uri="{FF2B5EF4-FFF2-40B4-BE49-F238E27FC236}">
                <a16:creationId xmlns:a16="http://schemas.microsoft.com/office/drawing/2014/main" id="{47504910-6C5B-4FAF-9446-919407FA737E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79021" y="2280028"/>
            <a:ext cx="467320" cy="375350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rgbClr val="A100FF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4" name="Shape 427">
            <a:extLst>
              <a:ext uri="{FF2B5EF4-FFF2-40B4-BE49-F238E27FC236}">
                <a16:creationId xmlns:a16="http://schemas.microsoft.com/office/drawing/2014/main" id="{F9886ABF-396F-4A60-BF49-626CC12002FE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846341" y="2788670"/>
            <a:ext cx="4230565" cy="375350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Title here</a:t>
            </a:r>
          </a:p>
        </p:txBody>
      </p:sp>
      <p:sp>
        <p:nvSpPr>
          <p:cNvPr id="46" name="Shape 427">
            <a:extLst>
              <a:ext uri="{FF2B5EF4-FFF2-40B4-BE49-F238E27FC236}">
                <a16:creationId xmlns:a16="http://schemas.microsoft.com/office/drawing/2014/main" id="{395BB10A-E932-4830-A4A3-4D410B3ADDE7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379021" y="2788670"/>
            <a:ext cx="467320" cy="375350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rgbClr val="A100FF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7" name="Shape 427">
            <a:extLst>
              <a:ext uri="{FF2B5EF4-FFF2-40B4-BE49-F238E27FC236}">
                <a16:creationId xmlns:a16="http://schemas.microsoft.com/office/drawing/2014/main" id="{7E942366-2192-4B05-A6EB-D93C1E97A3F2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846341" y="3297312"/>
            <a:ext cx="4230565" cy="375350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Title here</a:t>
            </a:r>
          </a:p>
        </p:txBody>
      </p:sp>
      <p:sp>
        <p:nvSpPr>
          <p:cNvPr id="49" name="Shape 427">
            <a:extLst>
              <a:ext uri="{FF2B5EF4-FFF2-40B4-BE49-F238E27FC236}">
                <a16:creationId xmlns:a16="http://schemas.microsoft.com/office/drawing/2014/main" id="{D0383E7A-23E0-47FE-B5B7-75CB34DA9A1F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379021" y="3297312"/>
            <a:ext cx="467320" cy="375350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rgbClr val="A100FF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51" name="Shape 427">
            <a:extLst>
              <a:ext uri="{FF2B5EF4-FFF2-40B4-BE49-F238E27FC236}">
                <a16:creationId xmlns:a16="http://schemas.microsoft.com/office/drawing/2014/main" id="{71DF1DCC-CC9A-4C30-B6AE-65711D5601D4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846341" y="3805954"/>
            <a:ext cx="4230565" cy="375350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Title here</a:t>
            </a:r>
          </a:p>
        </p:txBody>
      </p:sp>
      <p:sp>
        <p:nvSpPr>
          <p:cNvPr id="52" name="Shape 427">
            <a:extLst>
              <a:ext uri="{FF2B5EF4-FFF2-40B4-BE49-F238E27FC236}">
                <a16:creationId xmlns:a16="http://schemas.microsoft.com/office/drawing/2014/main" id="{A7CB5064-D7F7-494D-9A5D-2E407F1B3C71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379021" y="3805954"/>
            <a:ext cx="467320" cy="375350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rgbClr val="A100FF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54" name="Shape 427">
            <a:extLst>
              <a:ext uri="{FF2B5EF4-FFF2-40B4-BE49-F238E27FC236}">
                <a16:creationId xmlns:a16="http://schemas.microsoft.com/office/drawing/2014/main" id="{4D295C50-974F-406E-8616-DC5565F1533F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846341" y="4314596"/>
            <a:ext cx="4230565" cy="375350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Title here</a:t>
            </a:r>
          </a:p>
        </p:txBody>
      </p:sp>
      <p:sp>
        <p:nvSpPr>
          <p:cNvPr id="56" name="Shape 427">
            <a:extLst>
              <a:ext uri="{FF2B5EF4-FFF2-40B4-BE49-F238E27FC236}">
                <a16:creationId xmlns:a16="http://schemas.microsoft.com/office/drawing/2014/main" id="{600A9DE0-F829-4091-9295-3A04AF7E05C9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379021" y="4314596"/>
            <a:ext cx="467320" cy="375350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rgbClr val="A100FF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57" name="Shape 427">
            <a:extLst>
              <a:ext uri="{FF2B5EF4-FFF2-40B4-BE49-F238E27FC236}">
                <a16:creationId xmlns:a16="http://schemas.microsoft.com/office/drawing/2014/main" id="{2B29C532-5627-4984-A17D-D76475DC42A3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846341" y="4823238"/>
            <a:ext cx="4230565" cy="375350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Title here</a:t>
            </a:r>
          </a:p>
        </p:txBody>
      </p:sp>
      <p:sp>
        <p:nvSpPr>
          <p:cNvPr id="59" name="Shape 427">
            <a:extLst>
              <a:ext uri="{FF2B5EF4-FFF2-40B4-BE49-F238E27FC236}">
                <a16:creationId xmlns:a16="http://schemas.microsoft.com/office/drawing/2014/main" id="{A2183BD6-FF17-4990-8FE8-AE86F92690D5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379021" y="4823238"/>
            <a:ext cx="467320" cy="375350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rgbClr val="A100FF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61" name="Shape 427">
            <a:extLst>
              <a:ext uri="{FF2B5EF4-FFF2-40B4-BE49-F238E27FC236}">
                <a16:creationId xmlns:a16="http://schemas.microsoft.com/office/drawing/2014/main" id="{061C40C9-DE1D-4510-8EE0-6F5CF1B82D31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846341" y="5331880"/>
            <a:ext cx="4230565" cy="375350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Title here</a:t>
            </a:r>
          </a:p>
        </p:txBody>
      </p:sp>
      <p:sp>
        <p:nvSpPr>
          <p:cNvPr id="62" name="Shape 427">
            <a:extLst>
              <a:ext uri="{FF2B5EF4-FFF2-40B4-BE49-F238E27FC236}">
                <a16:creationId xmlns:a16="http://schemas.microsoft.com/office/drawing/2014/main" id="{949BE901-1343-4076-80D1-C1A9CB29F595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379021" y="5331880"/>
            <a:ext cx="467320" cy="375350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rgbClr val="A100FF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64" name="Shape 427">
            <a:extLst>
              <a:ext uri="{FF2B5EF4-FFF2-40B4-BE49-F238E27FC236}">
                <a16:creationId xmlns:a16="http://schemas.microsoft.com/office/drawing/2014/main" id="{3ACC419B-825D-4054-AAFB-E87C7CB075D7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846341" y="5840524"/>
            <a:ext cx="4230565" cy="375350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Title here</a:t>
            </a:r>
          </a:p>
        </p:txBody>
      </p:sp>
      <p:sp>
        <p:nvSpPr>
          <p:cNvPr id="66" name="Shape 427">
            <a:extLst>
              <a:ext uri="{FF2B5EF4-FFF2-40B4-BE49-F238E27FC236}">
                <a16:creationId xmlns:a16="http://schemas.microsoft.com/office/drawing/2014/main" id="{0E44AA5D-B04F-466C-9084-0582EECD3F5F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379021" y="5840524"/>
            <a:ext cx="467320" cy="375350"/>
          </a:xfrm>
          <a:prstGeom prst="rect">
            <a:avLst/>
          </a:prstGeom>
        </p:spPr>
        <p:txBody>
          <a:bodyPr tIns="0" bIns="0" anchor="t" anchorCtr="0">
            <a:normAutofit/>
          </a:bodyPr>
          <a:lstStyle>
            <a:lvl1pPr algn="l">
              <a:lnSpc>
                <a:spcPct val="100000"/>
              </a:lnSpc>
              <a:defRPr sz="1400" b="1" spc="0">
                <a:solidFill>
                  <a:srgbClr val="A100FF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3B4FD7F-C4BE-46BE-9AC1-15A43CA0E0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2F917FB-30DE-421E-96DD-4E4E8ABF5CFE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7" name="Slide Number Placeholder 6">
            <a:extLst>
              <a:ext uri="{FF2B5EF4-FFF2-40B4-BE49-F238E27FC236}">
                <a16:creationId xmlns:a16="http://schemas.microsoft.com/office/drawing/2014/main" id="{C82C152B-0CD7-4E23-ADED-767E17E363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209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rse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37B77E-0E2A-4762-99D2-3AAE5E3728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055914"/>
            <a:ext cx="11437937" cy="540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defRPr sz="1600" b="0"/>
            </a:lvl1pPr>
            <a:lvl2pPr marL="0">
              <a:defRPr sz="1600"/>
            </a:lvl2pPr>
            <a:lvl3pPr>
              <a:defRPr sz="1400"/>
            </a:lvl3pPr>
            <a:lvl4pPr>
              <a:spcAft>
                <a:spcPts val="600"/>
              </a:spcAft>
              <a:defRPr sz="1200"/>
            </a:lvl4pPr>
            <a:lvl5pPr>
              <a:spcAft>
                <a:spcPts val="600"/>
              </a:spcAft>
              <a:defRPr sz="1200"/>
            </a:lvl5pPr>
          </a:lstStyle>
          <a:p>
            <a:pPr lvl="0"/>
            <a:r>
              <a:rPr lang="en-US"/>
              <a:t>Click to enter the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2439A1-9510-42C9-8B53-E106CD7504F1}"/>
              </a:ext>
            </a:extLst>
          </p:cNvPr>
          <p:cNvSpPr txBox="1"/>
          <p:nvPr userDrawn="1"/>
        </p:nvSpPr>
        <p:spPr>
          <a:xfrm>
            <a:off x="383949" y="447222"/>
            <a:ext cx="4392934" cy="458652"/>
          </a:xfrm>
          <a:prstGeom prst="rect">
            <a:avLst/>
          </a:prstGeom>
          <a:noFill/>
        </p:spPr>
        <p:txBody>
          <a:bodyPr wrap="none" lIns="0" tIns="0" rIns="0" bIns="45720" rtlCol="0">
            <a:spAutoFit/>
          </a:bodyPr>
          <a:lstStyle/>
          <a:p>
            <a:pPr marL="82296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</a:pPr>
            <a:r>
              <a:rPr lang="en-US" sz="3600" b="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Course Overview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08293C-7055-4344-99D8-1BAD584EFF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134DE07-9C6B-4222-945F-FA64C3A1630A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BCDDE09B-6CD5-423D-9F78-8E500070B6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45316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2439A1-9510-42C9-8B53-E106CD7504F1}"/>
              </a:ext>
            </a:extLst>
          </p:cNvPr>
          <p:cNvSpPr txBox="1"/>
          <p:nvPr userDrawn="1"/>
        </p:nvSpPr>
        <p:spPr>
          <a:xfrm>
            <a:off x="383949" y="447222"/>
            <a:ext cx="2565511" cy="458652"/>
          </a:xfrm>
          <a:prstGeom prst="rect">
            <a:avLst/>
          </a:prstGeom>
          <a:noFill/>
        </p:spPr>
        <p:txBody>
          <a:bodyPr wrap="none" lIns="0" tIns="0" rIns="0" bIns="45720" rtlCol="0">
            <a:spAutoFit/>
          </a:bodyPr>
          <a:lstStyle/>
          <a:p>
            <a:pPr marL="82296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</a:pPr>
            <a:r>
              <a:rPr lang="en-US" sz="3600" b="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Topic List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91C9367B-8E61-4325-845F-EA23F2E39DE1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088165" y="1109663"/>
            <a:ext cx="6015671" cy="48990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846905-0AF4-4DF4-9C86-73916CFD50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D51444-F51E-4557-8041-BBAF58E03F2B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833612F9-3720-4E5E-9DD5-D6E2264F5A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64096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D55C4B40-0AAA-4530-BDE6-D3F2C9DBA7A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lang="en-GB" sz="1100" b="0"/>
            </a:lvl1pPr>
          </a:lstStyle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7C4AF9-2FED-4EF8-8E5C-B13319242D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844CE3E-E5B3-4180-86F1-D2FB3F337DF2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A022B740-C0D1-4AB6-96BB-66DA005EA9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1174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ption 1 (Topic and Sub-topic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B22B9-F942-4FD7-86F0-E0F50AAB8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533401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 marL="82296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600" b="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21F087A-B313-4B8E-BFBC-AB015A9A73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3777" y="951719"/>
            <a:ext cx="11437223" cy="397653"/>
          </a:xfrm>
          <a:prstGeom prst="rect">
            <a:avLst/>
          </a:prstGeom>
        </p:spPr>
        <p:txBody>
          <a:bodyPr anchor="ctr"/>
          <a:lstStyle>
            <a:lvl1pPr marL="0" indent="0" algn="l">
              <a:spcAft>
                <a:spcPts val="0"/>
              </a:spcAft>
              <a:buNone/>
              <a:defRPr lang="en-US" sz="20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lang="en-US" sz="2400" b="1" kern="1200" baseline="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sub-topic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37B77E-0E2A-4762-99D2-3AAE5E3728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391038"/>
            <a:ext cx="11437937" cy="5067300"/>
          </a:xfrm>
          <a:prstGeom prst="rect">
            <a:avLst/>
          </a:prstGeom>
        </p:spPr>
        <p:txBody>
          <a:bodyPr/>
          <a:lstStyle>
            <a:lvl1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1pPr>
            <a:lvl2pPr marL="342900" indent="-342900">
              <a:buFont typeface="Arial" panose="020B0604020202020204" pitchFamily="34" charset="0"/>
              <a:buChar char="•"/>
              <a:defRPr sz="2000"/>
            </a:lvl2pPr>
            <a:lvl3pPr marL="569906" indent="-285750">
              <a:buFont typeface="Arial" panose="020B0604020202020204" pitchFamily="34" charset="0"/>
              <a:buChar char="•"/>
              <a:defRPr sz="1800"/>
            </a:lvl3pPr>
            <a:lvl4pPr marL="800087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/>
            </a:lvl4pPr>
            <a:lvl5pPr marL="965183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/>
            </a:lvl5pPr>
            <a:lvl6pPr marL="1027090" indent="-171450">
              <a:buFont typeface="Arial" panose="020B0604020202020204" pitchFamily="34" charset="0"/>
              <a:buChar char="•"/>
              <a:defRPr/>
            </a:lvl6pPr>
          </a:lstStyle>
          <a:p>
            <a:pPr lvl="0"/>
            <a:r>
              <a:rPr lang="en-US" dirty="0"/>
              <a:t>Click to enter the content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  <a:p>
            <a:pPr lvl="5"/>
            <a:r>
              <a:rPr lang="en-US" dirty="0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B1B9D9-A003-4644-BD7C-CCC3FE99E6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7DDC41D-81A8-446A-A96F-E3D3F15D191F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A5A1962B-C3CC-420A-A752-1FC8A7C3D5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77194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ption 2 (Topic, Sub-topic and Headi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B22B9-F942-4FD7-86F0-E0F50AAB8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533401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 marL="82296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600" b="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21F087A-B313-4B8E-BFBC-AB015A9A73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3777" y="951719"/>
            <a:ext cx="11437223" cy="397653"/>
          </a:xfrm>
          <a:prstGeom prst="rect">
            <a:avLst/>
          </a:prstGeom>
        </p:spPr>
        <p:txBody>
          <a:bodyPr anchor="ctr"/>
          <a:lstStyle>
            <a:lvl1pPr marL="0" indent="0" algn="l">
              <a:spcAft>
                <a:spcPts val="0"/>
              </a:spcAft>
              <a:buNone/>
              <a:defRPr lang="en-US" sz="20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lang="en-US" sz="2400" b="1" kern="1200" baseline="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sub-topic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37B77E-0E2A-4762-99D2-3AAE5E3728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28800"/>
            <a:ext cx="11437937" cy="46295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defRPr sz="1600" b="0"/>
            </a:lvl1pPr>
            <a:lvl2pPr marL="0">
              <a:defRPr sz="1600"/>
            </a:lvl2pPr>
            <a:lvl3pPr>
              <a:defRPr sz="1400"/>
            </a:lvl3pPr>
            <a:lvl4pPr>
              <a:spcAft>
                <a:spcPts val="600"/>
              </a:spcAft>
              <a:defRPr sz="1200"/>
            </a:lvl4pPr>
            <a:lvl5pPr>
              <a:spcAft>
                <a:spcPts val="600"/>
              </a:spcAft>
              <a:defRPr sz="1200"/>
            </a:lvl5pPr>
          </a:lstStyle>
          <a:p>
            <a:pPr lvl="0"/>
            <a:r>
              <a:rPr lang="en-US" dirty="0"/>
              <a:t>Click to enter the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A4713EB-8A98-4809-932D-73C4DABAD4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3063" y="1398489"/>
            <a:ext cx="11437223" cy="397653"/>
          </a:xfrm>
          <a:prstGeom prst="rect">
            <a:avLst/>
          </a:prstGeom>
        </p:spPr>
        <p:txBody>
          <a:bodyPr anchor="ctr"/>
          <a:lstStyle>
            <a:lvl1pPr marL="0" indent="0" algn="l">
              <a:spcAft>
                <a:spcPts val="0"/>
              </a:spcAft>
              <a:buNone/>
              <a:defRPr lang="en-US" sz="1800" b="1" kern="1200" baseline="0" dirty="0" smtClean="0">
                <a:solidFill>
                  <a:srgbClr val="A700E6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lang="en-US" sz="2400" b="1" kern="1200" baseline="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heading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70636A-EA4E-4F53-AF96-CC4B87EAAC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5EAD2B4-24E6-4A74-B3F4-20B42BF2E9D1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D9785749-2016-456B-BD0B-A8CF2ABF03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43438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ption 3 (2-column without headi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B22B9-F942-4FD7-86F0-E0F50AAB8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533401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 marL="82296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600" b="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21F087A-B313-4B8E-BFBC-AB015A9A73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3777" y="951719"/>
            <a:ext cx="11437223" cy="397653"/>
          </a:xfrm>
          <a:prstGeom prst="rect">
            <a:avLst/>
          </a:prstGeom>
        </p:spPr>
        <p:txBody>
          <a:bodyPr anchor="ctr"/>
          <a:lstStyle>
            <a:lvl1pPr marL="0" indent="0" algn="l">
              <a:spcAft>
                <a:spcPts val="0"/>
              </a:spcAft>
              <a:buNone/>
              <a:defRPr lang="en-US" sz="20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lang="en-US" sz="2400" b="1" kern="1200" baseline="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sub-topic</a:t>
            </a:r>
          </a:p>
        </p:txBody>
      </p:sp>
      <p:sp>
        <p:nvSpPr>
          <p:cNvPr id="6" name="Content Placeholder 11">
            <a:extLst>
              <a:ext uri="{FF2B5EF4-FFF2-40B4-BE49-F238E27FC236}">
                <a16:creationId xmlns:a16="http://schemas.microsoft.com/office/drawing/2014/main" id="{F0E84C4E-2514-4AA0-8927-802E6E40FB6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73063" y="1390244"/>
            <a:ext cx="5548312" cy="4045500"/>
          </a:xfrm>
          <a:prstGeom prst="rect">
            <a:avLst/>
          </a:prstGeom>
        </p:spPr>
        <p:txBody>
          <a:bodyPr/>
          <a:lstStyle>
            <a:lvl1pPr marL="55568" marR="0" indent="-2857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n-US" sz="1600" b="0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44" marR="0" indent="-230182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9906" marR="0" indent="-28575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503030202060203" pitchFamily="34" charset="0"/>
              <a:buChar char="–"/>
              <a:tabLst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087" marR="0" indent="-28575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65183" marR="0" indent="-28575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Char char="–"/>
              <a:tabLst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enter the content</a:t>
            </a:r>
          </a:p>
          <a:p>
            <a:pPr marL="0" marR="0" lvl="1" indent="-230182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</a:t>
            </a:r>
          </a:p>
          <a:p>
            <a:pPr marL="514338" marR="0" lvl="2" indent="-230182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503030202060203" pitchFamily="34" charset="0"/>
              <a:buChar char="–"/>
              <a:tabLst/>
              <a:defRPr/>
            </a:pPr>
            <a:r>
              <a:rPr lang="en-US"/>
              <a:t>Third level</a:t>
            </a:r>
          </a:p>
          <a:p>
            <a:pPr marL="685783" marR="0" lvl="3" indent="-171446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Fourth level</a:t>
            </a:r>
          </a:p>
          <a:p>
            <a:pPr marL="857229" marR="0" lvl="4" indent="-177796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503030202060203" pitchFamily="34" charset="0"/>
              <a:buChar char="–"/>
              <a:tabLst/>
              <a:defRPr/>
            </a:pPr>
            <a:r>
              <a:rPr lang="en-US"/>
              <a:t>Fifth level</a:t>
            </a:r>
          </a:p>
          <a:p>
            <a:pPr marL="685783" marR="0" lvl="3" indent="-171446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marL="685783" marR="0" lvl="3" indent="-171446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C443D5FC-0C36-44DC-9556-2B1562D4642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64405" y="1387588"/>
            <a:ext cx="5548312" cy="4045500"/>
          </a:xfrm>
          <a:prstGeom prst="rect">
            <a:avLst/>
          </a:prstGeom>
        </p:spPr>
        <p:txBody>
          <a:bodyPr/>
          <a:lstStyle>
            <a:lvl1pPr marL="55568" marR="0" indent="-2857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n-US" sz="1600" b="0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44" marR="0" indent="-230182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9906" marR="0" indent="-28575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503030202060203" pitchFamily="34" charset="0"/>
              <a:buChar char="–"/>
              <a:tabLst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087" marR="0" indent="-28575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65183" marR="0" indent="-28575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Char char="–"/>
              <a:tabLst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enter the content</a:t>
            </a:r>
          </a:p>
          <a:p>
            <a:pPr marL="0" marR="0" lvl="1" indent="-230182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</a:t>
            </a:r>
          </a:p>
          <a:p>
            <a:pPr marL="514338" marR="0" lvl="2" indent="-230182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503030202060203" pitchFamily="34" charset="0"/>
              <a:buChar char="–"/>
              <a:tabLst/>
              <a:defRPr/>
            </a:pPr>
            <a:r>
              <a:rPr lang="en-US"/>
              <a:t>Third level</a:t>
            </a:r>
          </a:p>
          <a:p>
            <a:pPr marL="685783" marR="0" lvl="3" indent="-171446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Fourth level</a:t>
            </a:r>
          </a:p>
          <a:p>
            <a:pPr marL="857229" marR="0" lvl="4" indent="-177796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503030202060203" pitchFamily="34" charset="0"/>
              <a:buChar char="–"/>
              <a:tabLst/>
              <a:defRPr/>
            </a:pPr>
            <a:r>
              <a:rPr lang="en-US"/>
              <a:t>Fifth level</a:t>
            </a:r>
          </a:p>
          <a:p>
            <a:pPr marL="685783" marR="0" lvl="3" indent="-171446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marL="685783" marR="0" lvl="3" indent="-171446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7144026-598E-4FFE-952B-BBE211CA22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BA83EBA-C1DB-41DA-8D35-5BFECA334BA2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D2613C9C-0B43-408C-BD82-404A9ECCA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20890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ption 4 (2-column with headi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B22B9-F942-4FD7-86F0-E0F50AAB8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533401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 marL="82296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600" b="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21F087A-B313-4B8E-BFBC-AB015A9A73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3777" y="951719"/>
            <a:ext cx="11437223" cy="397653"/>
          </a:xfrm>
          <a:prstGeom prst="rect">
            <a:avLst/>
          </a:prstGeom>
        </p:spPr>
        <p:txBody>
          <a:bodyPr anchor="ctr"/>
          <a:lstStyle>
            <a:lvl1pPr marL="0" indent="0" algn="l">
              <a:spcAft>
                <a:spcPts val="0"/>
              </a:spcAft>
              <a:buNone/>
              <a:defRPr lang="en-US" sz="20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lang="en-US" sz="2400" b="1" kern="1200" baseline="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sub-topic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AC6D44A-CC4D-4B1C-A8F8-784D9565B6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064" y="1398489"/>
            <a:ext cx="5548312" cy="397653"/>
          </a:xfrm>
          <a:prstGeom prst="rect">
            <a:avLst/>
          </a:prstGeom>
        </p:spPr>
        <p:txBody>
          <a:bodyPr anchor="ctr"/>
          <a:lstStyle>
            <a:lvl1pPr marL="0" indent="0" algn="l">
              <a:spcAft>
                <a:spcPts val="0"/>
              </a:spcAft>
              <a:buNone/>
              <a:defRPr lang="en-US" sz="1800" b="1" kern="1200" baseline="0" dirty="0" smtClean="0">
                <a:solidFill>
                  <a:srgbClr val="A700E6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lang="en-US" sz="2400" b="1" kern="1200" baseline="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C08F6D1-F4F0-4FD3-80B2-F864C35476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3905" y="1392718"/>
            <a:ext cx="5577095" cy="397653"/>
          </a:xfrm>
          <a:prstGeom prst="rect">
            <a:avLst/>
          </a:prstGeom>
        </p:spPr>
        <p:txBody>
          <a:bodyPr anchor="ctr"/>
          <a:lstStyle>
            <a:lvl1pPr marL="0" indent="0" algn="l">
              <a:spcAft>
                <a:spcPts val="0"/>
              </a:spcAft>
              <a:buNone/>
              <a:defRPr lang="en-US" sz="1800" b="1" kern="1200" baseline="0" dirty="0" smtClean="0">
                <a:solidFill>
                  <a:srgbClr val="A700E6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lang="en-US" sz="2400" b="1" kern="1200" baseline="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46EA2278-E384-46F0-AA75-C5B2389DD11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3063" y="1828779"/>
            <a:ext cx="5548312" cy="4045500"/>
          </a:xfrm>
          <a:prstGeom prst="rect">
            <a:avLst/>
          </a:prstGeom>
        </p:spPr>
        <p:txBody>
          <a:bodyPr/>
          <a:lstStyle>
            <a:lvl1pPr marL="55568" marR="0" indent="-2857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n-US" sz="1600" b="0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44" marR="0" indent="-230182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9906" marR="0" indent="-28575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503030202060203" pitchFamily="34" charset="0"/>
              <a:buChar char="–"/>
              <a:tabLst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087" marR="0" indent="-28575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65183" marR="0" indent="-28575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Char char="–"/>
              <a:tabLst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enter the content</a:t>
            </a:r>
          </a:p>
          <a:p>
            <a:pPr marL="0" marR="0" lvl="1" indent="-230182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</a:t>
            </a:r>
          </a:p>
          <a:p>
            <a:pPr marL="514338" marR="0" lvl="2" indent="-230182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503030202060203" pitchFamily="34" charset="0"/>
              <a:buChar char="–"/>
              <a:tabLst/>
              <a:defRPr/>
            </a:pPr>
            <a:r>
              <a:rPr lang="en-US"/>
              <a:t>Third level</a:t>
            </a:r>
          </a:p>
          <a:p>
            <a:pPr marL="685783" marR="0" lvl="3" indent="-171446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Fourth level</a:t>
            </a:r>
          </a:p>
          <a:p>
            <a:pPr marL="857229" marR="0" lvl="4" indent="-177796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503030202060203" pitchFamily="34" charset="0"/>
              <a:buChar char="–"/>
              <a:tabLst/>
              <a:defRPr/>
            </a:pPr>
            <a:r>
              <a:rPr lang="en-US"/>
              <a:t>Fifth level</a:t>
            </a:r>
          </a:p>
          <a:p>
            <a:pPr marL="685783" marR="0" lvl="3" indent="-171446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marL="685783" marR="0" lvl="3" indent="-171446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48136356-513A-49D6-BFA8-09B174361F2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33115" y="1828779"/>
            <a:ext cx="5577095" cy="4045500"/>
          </a:xfrm>
          <a:prstGeom prst="rect">
            <a:avLst/>
          </a:prstGeom>
        </p:spPr>
        <p:txBody>
          <a:bodyPr/>
          <a:lstStyle>
            <a:lvl1pPr marL="55568" marR="0" indent="-2857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n-US" sz="1600" b="0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44" marR="0" indent="-230182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9906" marR="0" indent="-28575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503030202060203" pitchFamily="34" charset="0"/>
              <a:buChar char="–"/>
              <a:tabLst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087" marR="0" indent="-28575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65183" marR="0" indent="-28575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503030202060203" pitchFamily="34" charset="0"/>
              <a:buChar char="–"/>
              <a:tabLst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enter the content</a:t>
            </a:r>
          </a:p>
          <a:p>
            <a:pPr marL="0" marR="0" lvl="1" indent="-230182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</a:t>
            </a:r>
          </a:p>
          <a:p>
            <a:pPr marL="514338" marR="0" lvl="2" indent="-230182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503030202060203" pitchFamily="34" charset="0"/>
              <a:buChar char="–"/>
              <a:tabLst/>
              <a:defRPr/>
            </a:pPr>
            <a:r>
              <a:rPr lang="en-US"/>
              <a:t>Third level</a:t>
            </a:r>
          </a:p>
          <a:p>
            <a:pPr marL="685783" marR="0" lvl="3" indent="-171446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Fourth level</a:t>
            </a:r>
          </a:p>
          <a:p>
            <a:pPr marL="857229" marR="0" lvl="4" indent="-177796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503030202060203" pitchFamily="34" charset="0"/>
              <a:buChar char="–"/>
              <a:tabLst/>
              <a:defRPr/>
            </a:pPr>
            <a:r>
              <a:rPr lang="en-US"/>
              <a:t>Fifth level</a:t>
            </a:r>
          </a:p>
          <a:p>
            <a:pPr marL="685783" marR="0" lvl="3" indent="-171446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marL="685783" marR="0" lvl="3" indent="-171446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14D603-B034-4EE4-BB83-818D307673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4117817-7A59-4065-BD65-BFC659213540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5C6C7856-7CFD-45DF-A096-FC397A1182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49422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ption 5 (Long title with Topic and Sub-topic)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B22B9-F942-4FD7-86F0-E0F50AAB8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43675"/>
            <a:ext cx="11430000" cy="984832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 marL="82296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600" b="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37B77E-0E2A-4762-99D2-3AAE5E3728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791476"/>
            <a:ext cx="11437937" cy="46295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defRPr sz="1600" b="0"/>
            </a:lvl1pPr>
            <a:lvl2pPr marL="0">
              <a:defRPr sz="1600"/>
            </a:lvl2pPr>
            <a:lvl3pPr>
              <a:defRPr sz="1400"/>
            </a:lvl3pPr>
            <a:lvl4pPr>
              <a:spcAft>
                <a:spcPts val="600"/>
              </a:spcAft>
              <a:defRPr sz="1200"/>
            </a:lvl4pPr>
            <a:lvl5pPr>
              <a:spcAft>
                <a:spcPts val="600"/>
              </a:spcAft>
              <a:defRPr sz="1200"/>
            </a:lvl5pPr>
          </a:lstStyle>
          <a:p>
            <a:pPr lvl="0"/>
            <a:r>
              <a:rPr lang="en-US"/>
              <a:t>Click to enter the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64F882F-F0DB-4A20-B0D1-7082BD537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3777" y="1371598"/>
            <a:ext cx="11437223" cy="397653"/>
          </a:xfrm>
          <a:prstGeom prst="rect">
            <a:avLst/>
          </a:prstGeom>
        </p:spPr>
        <p:txBody>
          <a:bodyPr anchor="ctr"/>
          <a:lstStyle>
            <a:lvl1pPr marL="0" indent="0" algn="l">
              <a:spcAft>
                <a:spcPts val="0"/>
              </a:spcAft>
              <a:buNone/>
              <a:defRPr lang="en-US" sz="20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lang="en-US" sz="2400" b="1" kern="1200" baseline="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sub-topic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2FED9C-6826-428B-B79D-40154317E2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655FD4B-A3E6-4873-805A-3C96F9C4061B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CBD16CB8-A8AA-4D67-ADEC-A3ECB5303B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89481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ption 5 (Long title with Topic, Sub-topic and headi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B22B9-F942-4FD7-86F0-E0F50AAB8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43675"/>
            <a:ext cx="11430000" cy="984832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 marL="82296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600" b="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37B77E-0E2A-4762-99D2-3AAE5E3728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2227812"/>
            <a:ext cx="11437937" cy="41932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defRPr sz="1600" b="0"/>
            </a:lvl1pPr>
            <a:lvl2pPr marL="0">
              <a:defRPr sz="1600"/>
            </a:lvl2pPr>
            <a:lvl3pPr>
              <a:defRPr sz="1400"/>
            </a:lvl3pPr>
            <a:lvl4pPr>
              <a:spcAft>
                <a:spcPts val="600"/>
              </a:spcAft>
              <a:defRPr sz="1200"/>
            </a:lvl4pPr>
            <a:lvl5pPr>
              <a:spcAft>
                <a:spcPts val="600"/>
              </a:spcAft>
              <a:defRPr sz="1200"/>
            </a:lvl5pPr>
          </a:lstStyle>
          <a:p>
            <a:pPr lvl="0"/>
            <a:r>
              <a:rPr lang="en-US"/>
              <a:t>Click to enter the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64F882F-F0DB-4A20-B0D1-7082BD537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3777" y="1371598"/>
            <a:ext cx="11437223" cy="397653"/>
          </a:xfrm>
          <a:prstGeom prst="rect">
            <a:avLst/>
          </a:prstGeom>
        </p:spPr>
        <p:txBody>
          <a:bodyPr anchor="ctr"/>
          <a:lstStyle>
            <a:lvl1pPr marL="0" indent="0" algn="l">
              <a:spcAft>
                <a:spcPts val="0"/>
              </a:spcAft>
              <a:buNone/>
              <a:defRPr lang="en-US" sz="2000" b="1" kern="1200" cap="none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lang="en-US" sz="2400" b="1" kern="1200" baseline="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sub-topic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F6D9BF5-C212-4161-90B8-9AEAC98C56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3063" y="1799705"/>
            <a:ext cx="11437223" cy="397653"/>
          </a:xfrm>
          <a:prstGeom prst="rect">
            <a:avLst/>
          </a:prstGeom>
        </p:spPr>
        <p:txBody>
          <a:bodyPr anchor="ctr"/>
          <a:lstStyle>
            <a:lvl1pPr marL="0" indent="0" algn="l">
              <a:spcAft>
                <a:spcPts val="0"/>
              </a:spcAft>
              <a:buNone/>
              <a:defRPr lang="en-US" sz="1800" b="1" kern="1200" cap="none" baseline="0" dirty="0" smtClean="0">
                <a:solidFill>
                  <a:srgbClr val="A700E6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lang="en-US" sz="2400" b="1" kern="1200" baseline="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heading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E18663A-DD48-40B5-8B9F-3AEE80EA4C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DD3A48D-8C63-4B0A-964A-FAF717088487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716200FF-8A54-4BBB-98C1-5F277F425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87581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Table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1DBBD251-FD95-4A5E-9AAB-5656E1085BB7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81000" y="1943099"/>
            <a:ext cx="11430000" cy="42338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 b="1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9BA48AF-B71B-48C6-AF26-D04B6769B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533401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 marL="82296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600" b="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B5FB249-9155-4549-8505-342C42B128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3777" y="951719"/>
            <a:ext cx="11437223" cy="397653"/>
          </a:xfrm>
          <a:prstGeom prst="rect">
            <a:avLst/>
          </a:prstGeom>
        </p:spPr>
        <p:txBody>
          <a:bodyPr anchor="ctr"/>
          <a:lstStyle>
            <a:lvl1pPr marL="0" indent="0" algn="l">
              <a:spcAft>
                <a:spcPts val="0"/>
              </a:spcAft>
              <a:buNone/>
              <a:defRPr lang="en-US" sz="2000" b="1" kern="1200" cap="none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lang="en-US" sz="2400" b="1" kern="1200" baseline="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sub-topic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3342A2E1-34F4-4EDC-BD9F-4F2F506860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389722"/>
            <a:ext cx="11437937" cy="53340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defRPr sz="1600" b="0"/>
            </a:lvl1pPr>
            <a:lvl2pPr marL="0" indent="0">
              <a:buNone/>
              <a:defRPr sz="1600"/>
            </a:lvl2pPr>
            <a:lvl3pPr>
              <a:defRPr sz="1400"/>
            </a:lvl3pPr>
            <a:lvl4pPr>
              <a:spcAft>
                <a:spcPts val="600"/>
              </a:spcAft>
              <a:defRPr sz="1200"/>
            </a:lvl4pPr>
            <a:lvl5pPr>
              <a:spcAft>
                <a:spcPts val="600"/>
              </a:spcAft>
              <a:defRPr sz="1200"/>
            </a:lvl5pPr>
          </a:lstStyle>
          <a:p>
            <a:pPr lvl="0"/>
            <a:r>
              <a:rPr lang="en-US"/>
              <a:t>Table description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FAC1F3-582B-4630-B43C-E9C763E625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947A81-C428-4583-864E-17F21DFD88C2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A6C413E1-8694-4D88-9971-D469731276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8700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Tabl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1DBBD251-FD95-4A5E-9AAB-5656E1085BB7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81000" y="2427776"/>
            <a:ext cx="11430000" cy="374918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800" b="1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CC8C66A-3585-4926-A6F1-0519632E5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533401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 marL="82296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600" b="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B8EAA82-637A-4CF2-842E-D481B8B40A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3777" y="951719"/>
            <a:ext cx="11437223" cy="397653"/>
          </a:xfrm>
          <a:prstGeom prst="rect">
            <a:avLst/>
          </a:prstGeom>
        </p:spPr>
        <p:txBody>
          <a:bodyPr anchor="ctr"/>
          <a:lstStyle>
            <a:lvl1pPr marL="0" indent="0" algn="l">
              <a:spcAft>
                <a:spcPts val="0"/>
              </a:spcAft>
              <a:buNone/>
              <a:defRPr lang="en-US" sz="2000" b="1" kern="1200" cap="none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lang="en-US" sz="2400" b="1" kern="1200" baseline="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sub-topic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F2C48DF-45D7-4001-A3CD-163C99111F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3063" y="1398489"/>
            <a:ext cx="11437223" cy="397653"/>
          </a:xfrm>
          <a:prstGeom prst="rect">
            <a:avLst/>
          </a:prstGeom>
        </p:spPr>
        <p:txBody>
          <a:bodyPr anchor="ctr"/>
          <a:lstStyle>
            <a:lvl1pPr marL="0" indent="0" algn="l">
              <a:spcAft>
                <a:spcPts val="0"/>
              </a:spcAft>
              <a:buNone/>
              <a:defRPr lang="en-US" sz="1800" b="1" kern="1200" cap="none" baseline="0" dirty="0" smtClean="0">
                <a:solidFill>
                  <a:srgbClr val="A700E6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lang="en-US" sz="2400" b="1" kern="1200" baseline="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83284317-2D2E-42D8-AF22-65BE86DCE5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0117" y="1845259"/>
            <a:ext cx="11437937" cy="53340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defRPr sz="1600" b="0"/>
            </a:lvl1pPr>
            <a:lvl2pPr marL="0" indent="0">
              <a:buNone/>
              <a:defRPr sz="1600"/>
            </a:lvl2pPr>
            <a:lvl3pPr>
              <a:defRPr sz="1400"/>
            </a:lvl3pPr>
            <a:lvl4pPr>
              <a:spcAft>
                <a:spcPts val="600"/>
              </a:spcAft>
              <a:defRPr sz="1200"/>
            </a:lvl4pPr>
            <a:lvl5pPr>
              <a:spcAft>
                <a:spcPts val="600"/>
              </a:spcAft>
              <a:defRPr sz="1200"/>
            </a:lvl5pPr>
          </a:lstStyle>
          <a:p>
            <a:pPr lvl="0"/>
            <a:r>
              <a:rPr lang="en-US"/>
              <a:t>Table description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6854EF1-6FE3-4776-A179-83AEB5E1B8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2976822-CC6E-4499-8019-DC542DCE8965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6CD53139-2D52-4A8A-A8F3-50FFB06FDB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79779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9BA48AF-B71B-48C6-AF26-D04B6769B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533401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 marL="82296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600" b="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B5FB249-9155-4549-8505-342C42B128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3777" y="951719"/>
            <a:ext cx="11437223" cy="397653"/>
          </a:xfrm>
          <a:prstGeom prst="rect">
            <a:avLst/>
          </a:prstGeom>
        </p:spPr>
        <p:txBody>
          <a:bodyPr anchor="ctr"/>
          <a:lstStyle>
            <a:lvl1pPr marL="0" indent="0" algn="l">
              <a:spcAft>
                <a:spcPts val="0"/>
              </a:spcAft>
              <a:buNone/>
              <a:defRPr lang="en-US" sz="2000" b="1" kern="1200" cap="none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>
              <a:buNone/>
              <a:defRPr lang="en-US" sz="2400" b="1" kern="1200" baseline="0" dirty="0" smtClean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lang="en-US" sz="2400" b="1" kern="1200" baseline="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add sub-topic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3342A2E1-34F4-4EDC-BD9F-4F2F506860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389722"/>
            <a:ext cx="11437937" cy="44311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defRPr sz="1600" b="0"/>
            </a:lvl1pPr>
            <a:lvl2pPr marL="0" indent="0">
              <a:buNone/>
              <a:defRPr sz="1600"/>
            </a:lvl2pPr>
            <a:lvl3pPr>
              <a:defRPr sz="1400"/>
            </a:lvl3pPr>
            <a:lvl4pPr>
              <a:spcAft>
                <a:spcPts val="600"/>
              </a:spcAft>
              <a:defRPr sz="1200"/>
            </a:lvl4pPr>
            <a:lvl5pPr>
              <a:spcAft>
                <a:spcPts val="600"/>
              </a:spcAft>
              <a:defRPr sz="1200"/>
            </a:lvl5pPr>
          </a:lstStyle>
          <a:p>
            <a:pPr lvl="0"/>
            <a:r>
              <a:rPr lang="en-US"/>
              <a:t>Image description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46FF0A0-C5FC-41B8-9E9C-72109FCA022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3776" y="1832838"/>
            <a:ext cx="11445161" cy="462139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lang="en-GB" sz="1100" b="0"/>
            </a:lvl1pPr>
          </a:lstStyle>
          <a:p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58CCC5E-AA24-4E7C-AF4F-11A9700B11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86C3AE-CA81-4ED3-9B8B-B0C10B50B032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8C8872D2-1F4B-423D-A36B-07BD152C2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9042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B461C13-4952-41E7-AEED-05835068D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533401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 marL="82296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600" b="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8F536E-227B-4F04-B66D-F8321E8ABC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B2EF2B-3312-49D8-9DBC-649F55BB3ED7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8FBE78A9-5020-4AC2-A708-E4A4EABEA8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85920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58A52E3-6241-46BB-8A73-4C614DECB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43675"/>
            <a:ext cx="11430000" cy="984832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 marL="82296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600" b="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2CBF64-290E-4263-9768-6B8597D3EF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995B12-D53C-4554-A5CD-34907029D2AF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6D61C044-076F-4FC2-AD3E-DB33F5EC0A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1895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1385FCB-949C-4226-8967-CCCE5622C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990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Colors and gradients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41EB65-B6B2-4862-A8BE-1A4881F558C2}"/>
              </a:ext>
            </a:extLst>
          </p:cNvPr>
          <p:cNvSpPr txBox="1"/>
          <p:nvPr userDrawn="1"/>
        </p:nvSpPr>
        <p:spPr>
          <a:xfrm>
            <a:off x="381000" y="1371601"/>
            <a:ext cx="5524500" cy="190953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US" noProof="0"/>
              <a:t>This is the brand’s primary color palette with respective RGB and HEX values. The text colors (black/white) show legibility pairings when these colors are set as backgrounds.</a:t>
            </a:r>
          </a:p>
          <a:p>
            <a:pPr defTabSz="228600">
              <a:spcAft>
                <a:spcPts val="1200"/>
              </a:spcAft>
            </a:pPr>
            <a:r>
              <a:rPr lang="en-US" noProof="0"/>
              <a:t>To streamline this palette for PowerPoint, crossed out colors are not set as Theme Colors.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FF6C19-2F08-4784-90B5-C5574D359C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3395083"/>
            <a:ext cx="1358348" cy="1056493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AF244A9-D86E-4BD4-8DB9-836D11FD8FC7}"/>
              </a:ext>
            </a:extLst>
          </p:cNvPr>
          <p:cNvGrpSpPr/>
          <p:nvPr userDrawn="1"/>
        </p:nvGrpSpPr>
        <p:grpSpPr>
          <a:xfrm>
            <a:off x="6286499" y="1690914"/>
            <a:ext cx="5067300" cy="2782887"/>
            <a:chOff x="6286500" y="1560513"/>
            <a:chExt cx="5524500" cy="278288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64D4AE0-16DD-48C8-A534-CEA6E8A962CD}"/>
                </a:ext>
              </a:extLst>
            </p:cNvPr>
            <p:cNvSpPr/>
            <p:nvPr userDrawn="1"/>
          </p:nvSpPr>
          <p:spPr>
            <a:xfrm>
              <a:off x="9969500" y="1560513"/>
              <a:ext cx="1841500" cy="1590221"/>
            </a:xfrm>
            <a:prstGeom prst="rect">
              <a:avLst/>
            </a:prstGeom>
            <a:solidFill>
              <a:srgbClr val="A1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CB664A1-6DA4-4D4F-9D21-580132DE2F5E}"/>
                </a:ext>
              </a:extLst>
            </p:cNvPr>
            <p:cNvSpPr/>
            <p:nvPr userDrawn="1"/>
          </p:nvSpPr>
          <p:spPr>
            <a:xfrm>
              <a:off x="10706100" y="3150734"/>
              <a:ext cx="1104900" cy="795111"/>
            </a:xfrm>
            <a:prstGeom prst="rect">
              <a:avLst/>
            </a:prstGeom>
            <a:solidFill>
              <a:srgbClr val="E6D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F6EB6A6-1B58-4217-8510-50D1237AEAC8}"/>
                </a:ext>
              </a:extLst>
            </p:cNvPr>
            <p:cNvSpPr/>
            <p:nvPr userDrawn="1"/>
          </p:nvSpPr>
          <p:spPr>
            <a:xfrm>
              <a:off x="10429875" y="3945844"/>
              <a:ext cx="1381125" cy="397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90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0E90493-EF55-41FE-AD21-F0AC78BEFE47}"/>
                </a:ext>
              </a:extLst>
            </p:cNvPr>
            <p:cNvSpPr txBox="1"/>
            <p:nvPr userDrawn="1"/>
          </p:nvSpPr>
          <p:spPr>
            <a:xfrm>
              <a:off x="10706100" y="3290436"/>
              <a:ext cx="1104900" cy="51570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defTabSz="228600">
                <a:spcAft>
                  <a:spcPts val="0"/>
                </a:spcAft>
              </a:pPr>
              <a:r>
                <a:rPr lang="en-US" sz="900" b="1" noProof="0">
                  <a:solidFill>
                    <a:schemeClr val="tx1"/>
                  </a:solidFill>
                </a:rPr>
                <a:t>230 / 220 / 255</a:t>
              </a:r>
            </a:p>
            <a:p>
              <a:pPr algn="ctr" defTabSz="228600">
                <a:spcAft>
                  <a:spcPts val="0"/>
                </a:spcAft>
              </a:pPr>
              <a:r>
                <a:rPr lang="en-US" sz="900" b="1" noProof="0">
                  <a:solidFill>
                    <a:schemeClr val="tx1"/>
                  </a:solidFill>
                </a:rPr>
                <a:t>#e6dcff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9443B80-6CFF-4DDC-B779-CFC53F43F3F6}"/>
                </a:ext>
              </a:extLst>
            </p:cNvPr>
            <p:cNvSpPr/>
            <p:nvPr userDrawn="1"/>
          </p:nvSpPr>
          <p:spPr>
            <a:xfrm>
              <a:off x="6286501" y="1560513"/>
              <a:ext cx="1841500" cy="1590221"/>
            </a:xfrm>
            <a:prstGeom prst="rect">
              <a:avLst/>
            </a:prstGeom>
            <a:solidFill>
              <a:srgbClr val="4600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A376BA3-944E-4E32-AC29-4EEEE0D77C5F}"/>
                </a:ext>
              </a:extLst>
            </p:cNvPr>
            <p:cNvSpPr/>
            <p:nvPr userDrawn="1"/>
          </p:nvSpPr>
          <p:spPr>
            <a:xfrm>
              <a:off x="8128000" y="1560513"/>
              <a:ext cx="1841500" cy="1590221"/>
            </a:xfrm>
            <a:prstGeom prst="rect">
              <a:avLst/>
            </a:prstGeom>
            <a:solidFill>
              <a:srgbClr val="750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3B7DC70-0BDB-4046-A2B6-7A53FCF30ACB}"/>
                </a:ext>
              </a:extLst>
            </p:cNvPr>
            <p:cNvSpPr/>
            <p:nvPr userDrawn="1"/>
          </p:nvSpPr>
          <p:spPr>
            <a:xfrm>
              <a:off x="6286501" y="3150734"/>
              <a:ext cx="1104900" cy="795111"/>
            </a:xfrm>
            <a:prstGeom prst="rect">
              <a:avLst/>
            </a:prstGeom>
            <a:solidFill>
              <a:srgbClr val="B455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D19AA63-464E-4C3D-87FF-0213D649BC8D}"/>
                </a:ext>
              </a:extLst>
            </p:cNvPr>
            <p:cNvSpPr/>
            <p:nvPr userDrawn="1"/>
          </p:nvSpPr>
          <p:spPr>
            <a:xfrm>
              <a:off x="7391400" y="3150734"/>
              <a:ext cx="1104900" cy="795111"/>
            </a:xfrm>
            <a:prstGeom prst="rect">
              <a:avLst/>
            </a:prstGeom>
            <a:solidFill>
              <a:srgbClr val="A05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9155A93-6321-4925-98AC-6E7317C0C7C2}"/>
                </a:ext>
              </a:extLst>
            </p:cNvPr>
            <p:cNvSpPr/>
            <p:nvPr userDrawn="1"/>
          </p:nvSpPr>
          <p:spPr>
            <a:xfrm>
              <a:off x="8496300" y="3150734"/>
              <a:ext cx="1104900" cy="795111"/>
            </a:xfrm>
            <a:prstGeom prst="rect">
              <a:avLst/>
            </a:prstGeom>
            <a:solidFill>
              <a:srgbClr val="BE8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4AFA130-C218-409A-AE1A-ACA2E5AFDC50}"/>
                </a:ext>
              </a:extLst>
            </p:cNvPr>
            <p:cNvSpPr/>
            <p:nvPr userDrawn="1"/>
          </p:nvSpPr>
          <p:spPr>
            <a:xfrm>
              <a:off x="9601200" y="3150734"/>
              <a:ext cx="1104900" cy="795111"/>
            </a:xfrm>
            <a:prstGeom prst="rect">
              <a:avLst/>
            </a:prstGeom>
            <a:solidFill>
              <a:srgbClr val="DCA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B67A68A-6DD8-4BB5-9A32-DFC50EB7F81C}"/>
                </a:ext>
              </a:extLst>
            </p:cNvPr>
            <p:cNvSpPr/>
            <p:nvPr userDrawn="1"/>
          </p:nvSpPr>
          <p:spPr>
            <a:xfrm>
              <a:off x="6286501" y="3945844"/>
              <a:ext cx="1381125" cy="3975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F27364F-F909-4AEE-A9BA-0BC913FA3313}"/>
                </a:ext>
              </a:extLst>
            </p:cNvPr>
            <p:cNvSpPr/>
            <p:nvPr userDrawn="1"/>
          </p:nvSpPr>
          <p:spPr>
            <a:xfrm>
              <a:off x="7667625" y="3945844"/>
              <a:ext cx="1381125" cy="397556"/>
            </a:xfrm>
            <a:prstGeom prst="rect">
              <a:avLst/>
            </a:prstGeom>
            <a:solidFill>
              <a:srgbClr val="9696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323FCE1-0E90-4F11-BC4E-4C4043F9010A}"/>
                </a:ext>
              </a:extLst>
            </p:cNvPr>
            <p:cNvSpPr/>
            <p:nvPr userDrawn="1"/>
          </p:nvSpPr>
          <p:spPr>
            <a:xfrm>
              <a:off x="9048751" y="3945844"/>
              <a:ext cx="1381125" cy="397556"/>
            </a:xfrm>
            <a:prstGeom prst="rect">
              <a:avLst/>
            </a:prstGeom>
            <a:solidFill>
              <a:srgbClr val="E6E6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04F1E45-3660-493C-839C-4D9517D64B70}"/>
                </a:ext>
              </a:extLst>
            </p:cNvPr>
            <p:cNvSpPr txBox="1"/>
            <p:nvPr userDrawn="1"/>
          </p:nvSpPr>
          <p:spPr>
            <a:xfrm>
              <a:off x="6654801" y="2215921"/>
              <a:ext cx="1104900" cy="27940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defTabSz="228600">
                <a:spcAft>
                  <a:spcPts val="0"/>
                </a:spcAft>
              </a:pPr>
              <a:r>
                <a:rPr lang="en-US" sz="1200" b="1" noProof="0">
                  <a:solidFill>
                    <a:schemeClr val="bg1"/>
                  </a:solidFill>
                </a:rPr>
                <a:t>70 / 0 / 115</a:t>
              </a:r>
            </a:p>
            <a:p>
              <a:pPr algn="ctr" defTabSz="228600">
                <a:spcAft>
                  <a:spcPts val="0"/>
                </a:spcAft>
              </a:pPr>
              <a:r>
                <a:rPr lang="en-US" sz="1200" b="1" noProof="0">
                  <a:solidFill>
                    <a:schemeClr val="bg1"/>
                  </a:solidFill>
                </a:rPr>
                <a:t>#460073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924B399-D191-40F1-9DD5-3947297168E9}"/>
                </a:ext>
              </a:extLst>
            </p:cNvPr>
            <p:cNvSpPr txBox="1"/>
            <p:nvPr userDrawn="1"/>
          </p:nvSpPr>
          <p:spPr>
            <a:xfrm>
              <a:off x="8496300" y="2215921"/>
              <a:ext cx="1104900" cy="27940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defTabSz="228600">
                <a:spcAft>
                  <a:spcPts val="0"/>
                </a:spcAft>
              </a:pPr>
              <a:r>
                <a:rPr lang="en-US" sz="1200" b="1" noProof="0">
                  <a:solidFill>
                    <a:schemeClr val="bg1"/>
                  </a:solidFill>
                </a:rPr>
                <a:t>117 / 0 / 192</a:t>
              </a:r>
            </a:p>
            <a:p>
              <a:pPr algn="ctr" defTabSz="228600">
                <a:spcAft>
                  <a:spcPts val="0"/>
                </a:spcAft>
              </a:pPr>
              <a:r>
                <a:rPr lang="en-US" sz="1200" b="1" noProof="0">
                  <a:solidFill>
                    <a:schemeClr val="bg1"/>
                  </a:solidFill>
                </a:rPr>
                <a:t>#7500c0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6812DB1-3AB2-4DF5-B1C9-DE37D40A0882}"/>
                </a:ext>
              </a:extLst>
            </p:cNvPr>
            <p:cNvSpPr txBox="1"/>
            <p:nvPr userDrawn="1"/>
          </p:nvSpPr>
          <p:spPr>
            <a:xfrm>
              <a:off x="10337800" y="2215921"/>
              <a:ext cx="1104900" cy="27940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defTabSz="228600">
                <a:spcAft>
                  <a:spcPts val="0"/>
                </a:spcAft>
              </a:pPr>
              <a:r>
                <a:rPr lang="en-US" sz="1200" b="1" noProof="0">
                  <a:solidFill>
                    <a:schemeClr val="bg1"/>
                  </a:solidFill>
                </a:rPr>
                <a:t>161 / 0 / 255</a:t>
              </a:r>
            </a:p>
            <a:p>
              <a:pPr algn="ctr" defTabSz="228600">
                <a:spcAft>
                  <a:spcPts val="0"/>
                </a:spcAft>
              </a:pPr>
              <a:r>
                <a:rPr lang="en-US" sz="1200" b="1" noProof="0">
                  <a:solidFill>
                    <a:schemeClr val="bg1"/>
                  </a:solidFill>
                </a:rPr>
                <a:t>#a100ff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23FFB1E-2005-4085-AC56-74536421AD1F}"/>
                </a:ext>
              </a:extLst>
            </p:cNvPr>
            <p:cNvSpPr txBox="1"/>
            <p:nvPr userDrawn="1"/>
          </p:nvSpPr>
          <p:spPr>
            <a:xfrm>
              <a:off x="6286500" y="3290436"/>
              <a:ext cx="1104900" cy="51570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defTabSz="228600">
                <a:spcAft>
                  <a:spcPts val="0"/>
                </a:spcAft>
              </a:pPr>
              <a:r>
                <a:rPr lang="en-US" sz="900" b="1" noProof="0">
                  <a:solidFill>
                    <a:schemeClr val="bg1"/>
                  </a:solidFill>
                </a:rPr>
                <a:t>180 / 85 / 170</a:t>
              </a:r>
            </a:p>
            <a:p>
              <a:pPr algn="ctr" defTabSz="228600">
                <a:spcAft>
                  <a:spcPts val="0"/>
                </a:spcAft>
              </a:pPr>
              <a:r>
                <a:rPr lang="en-US" sz="900" b="1" noProof="0">
                  <a:solidFill>
                    <a:schemeClr val="bg1"/>
                  </a:solidFill>
                </a:rPr>
                <a:t>#b455aa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096A80E-375E-488D-98B2-12B553E42E9F}"/>
                </a:ext>
              </a:extLst>
            </p:cNvPr>
            <p:cNvSpPr txBox="1"/>
            <p:nvPr userDrawn="1"/>
          </p:nvSpPr>
          <p:spPr>
            <a:xfrm>
              <a:off x="7391399" y="3290436"/>
              <a:ext cx="1104900" cy="51570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defTabSz="228600">
                <a:spcAft>
                  <a:spcPts val="0"/>
                </a:spcAft>
              </a:pPr>
              <a:r>
                <a:rPr lang="en-US" sz="900" b="1" noProof="0">
                  <a:solidFill>
                    <a:schemeClr val="bg1"/>
                  </a:solidFill>
                </a:rPr>
                <a:t>160 / 85 / 245</a:t>
              </a:r>
            </a:p>
            <a:p>
              <a:pPr algn="ctr" defTabSz="228600">
                <a:spcAft>
                  <a:spcPts val="0"/>
                </a:spcAft>
              </a:pPr>
              <a:r>
                <a:rPr lang="en-US" sz="900" b="1" noProof="0">
                  <a:solidFill>
                    <a:schemeClr val="bg1"/>
                  </a:solidFill>
                </a:rPr>
                <a:t>#a055f5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C5678E9-AEBF-43B2-AF66-DCF817390E8F}"/>
                </a:ext>
              </a:extLst>
            </p:cNvPr>
            <p:cNvSpPr txBox="1"/>
            <p:nvPr userDrawn="1"/>
          </p:nvSpPr>
          <p:spPr>
            <a:xfrm>
              <a:off x="8496294" y="3290436"/>
              <a:ext cx="1104900" cy="51570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defTabSz="228600">
                <a:spcAft>
                  <a:spcPts val="0"/>
                </a:spcAft>
              </a:pPr>
              <a:r>
                <a:rPr lang="en-US" sz="900" b="1" noProof="0">
                  <a:solidFill>
                    <a:schemeClr val="tx1"/>
                  </a:solidFill>
                </a:rPr>
                <a:t>190 / 130 / 255</a:t>
              </a:r>
            </a:p>
            <a:p>
              <a:pPr algn="ctr" defTabSz="228600">
                <a:spcAft>
                  <a:spcPts val="0"/>
                </a:spcAft>
              </a:pPr>
              <a:r>
                <a:rPr lang="en-US" sz="900" b="1" noProof="0">
                  <a:solidFill>
                    <a:schemeClr val="tx1"/>
                  </a:solidFill>
                </a:rPr>
                <a:t>#be82ff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F6EC281-C0C0-45E3-A698-97B41AB0A30A}"/>
                </a:ext>
              </a:extLst>
            </p:cNvPr>
            <p:cNvSpPr txBox="1"/>
            <p:nvPr userDrawn="1"/>
          </p:nvSpPr>
          <p:spPr>
            <a:xfrm>
              <a:off x="9601193" y="3290436"/>
              <a:ext cx="1104900" cy="51570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defTabSz="228600">
                <a:spcAft>
                  <a:spcPts val="0"/>
                </a:spcAft>
              </a:pPr>
              <a:r>
                <a:rPr lang="en-US" sz="900" b="1" noProof="0">
                  <a:solidFill>
                    <a:schemeClr val="tx1"/>
                  </a:solidFill>
                </a:rPr>
                <a:t>220 / 175 / 255</a:t>
              </a:r>
            </a:p>
            <a:p>
              <a:pPr algn="ctr" defTabSz="228600">
                <a:spcAft>
                  <a:spcPts val="0"/>
                </a:spcAft>
              </a:pPr>
              <a:r>
                <a:rPr lang="en-US" sz="900" b="1" noProof="0">
                  <a:solidFill>
                    <a:schemeClr val="tx1"/>
                  </a:solidFill>
                </a:rPr>
                <a:t>#dcafff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B918B2A-B70F-456F-9DF3-48A2A4FD7638}"/>
                </a:ext>
              </a:extLst>
            </p:cNvPr>
            <p:cNvSpPr txBox="1"/>
            <p:nvPr userDrawn="1"/>
          </p:nvSpPr>
          <p:spPr>
            <a:xfrm>
              <a:off x="6424613" y="3945844"/>
              <a:ext cx="1104900" cy="39755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defTabSz="228600">
                <a:spcAft>
                  <a:spcPts val="0"/>
                </a:spcAft>
              </a:pPr>
              <a:r>
                <a:rPr lang="en-US" sz="900" b="1" noProof="0">
                  <a:solidFill>
                    <a:schemeClr val="bg1"/>
                  </a:solidFill>
                </a:rPr>
                <a:t>0 / 0 / 0</a:t>
              </a:r>
            </a:p>
            <a:p>
              <a:pPr algn="ctr" defTabSz="228600">
                <a:spcAft>
                  <a:spcPts val="0"/>
                </a:spcAft>
              </a:pPr>
              <a:r>
                <a:rPr lang="en-US" sz="900" b="1" noProof="0">
                  <a:solidFill>
                    <a:schemeClr val="bg1"/>
                  </a:solidFill>
                </a:rPr>
                <a:t>#000000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9D53728-7F44-48DB-A905-D84DA9B8C3C7}"/>
                </a:ext>
              </a:extLst>
            </p:cNvPr>
            <p:cNvSpPr txBox="1"/>
            <p:nvPr userDrawn="1"/>
          </p:nvSpPr>
          <p:spPr>
            <a:xfrm>
              <a:off x="7805737" y="3945844"/>
              <a:ext cx="1104900" cy="39755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defTabSz="228600">
                <a:spcAft>
                  <a:spcPts val="0"/>
                </a:spcAft>
              </a:pPr>
              <a:r>
                <a:rPr lang="en-US" sz="900" b="1" noProof="0">
                  <a:solidFill>
                    <a:schemeClr val="tx1"/>
                  </a:solidFill>
                </a:rPr>
                <a:t>150 / 150/ 140</a:t>
              </a:r>
            </a:p>
            <a:p>
              <a:pPr algn="ctr" defTabSz="228600">
                <a:spcAft>
                  <a:spcPts val="0"/>
                </a:spcAft>
              </a:pPr>
              <a:r>
                <a:rPr lang="en-US" sz="900" b="1" noProof="0">
                  <a:solidFill>
                    <a:schemeClr val="tx1"/>
                  </a:solidFill>
                </a:rPr>
                <a:t># 96968c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BCEEA7A-4F22-4900-A175-161C457366F5}"/>
                </a:ext>
              </a:extLst>
            </p:cNvPr>
            <p:cNvSpPr txBox="1"/>
            <p:nvPr userDrawn="1"/>
          </p:nvSpPr>
          <p:spPr>
            <a:xfrm>
              <a:off x="9186861" y="3945844"/>
              <a:ext cx="1104900" cy="39755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defTabSz="228600">
                <a:spcAft>
                  <a:spcPts val="0"/>
                </a:spcAft>
              </a:pPr>
              <a:r>
                <a:rPr lang="en-US" sz="900" b="1" noProof="0">
                  <a:solidFill>
                    <a:schemeClr val="tx1"/>
                  </a:solidFill>
                </a:rPr>
                <a:t>230 / 230 / 220</a:t>
              </a:r>
            </a:p>
            <a:p>
              <a:pPr algn="ctr" defTabSz="228600">
                <a:spcAft>
                  <a:spcPts val="0"/>
                </a:spcAft>
              </a:pPr>
              <a:r>
                <a:rPr lang="en-US" sz="900" b="1" noProof="0">
                  <a:solidFill>
                    <a:schemeClr val="tx1"/>
                  </a:solidFill>
                </a:rPr>
                <a:t>#e6e6dc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9B892E6-E34F-4AE4-BE8C-FBE2762F02D7}"/>
                </a:ext>
              </a:extLst>
            </p:cNvPr>
            <p:cNvSpPr txBox="1"/>
            <p:nvPr userDrawn="1"/>
          </p:nvSpPr>
          <p:spPr>
            <a:xfrm>
              <a:off x="10567985" y="3945844"/>
              <a:ext cx="1104900" cy="39755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defTabSz="228600">
                <a:spcAft>
                  <a:spcPts val="0"/>
                </a:spcAft>
              </a:pPr>
              <a:r>
                <a:rPr lang="en-US" sz="900" b="1" noProof="0">
                  <a:solidFill>
                    <a:schemeClr val="tx1"/>
                  </a:solidFill>
                </a:rPr>
                <a:t>255 / 255 / 255</a:t>
              </a:r>
            </a:p>
            <a:p>
              <a:pPr algn="ctr" defTabSz="228600">
                <a:spcAft>
                  <a:spcPts val="0"/>
                </a:spcAft>
              </a:pPr>
              <a:r>
                <a:rPr lang="en-US" sz="900" b="1" noProof="0">
                  <a:solidFill>
                    <a:schemeClr val="tx1"/>
                  </a:solidFill>
                </a:rPr>
                <a:t>#ffffff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ACB7D3E-1749-475E-ABA8-CE7397933F7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391392" y="3150735"/>
              <a:ext cx="1104902" cy="795109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A436AA6-D9D7-435D-A409-B38538D3159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0706087" y="3150733"/>
              <a:ext cx="1104906" cy="795111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0129D1F9-03CA-49CF-A187-8854AEA4BC93}"/>
              </a:ext>
            </a:extLst>
          </p:cNvPr>
          <p:cNvSpPr txBox="1"/>
          <p:nvPr userDrawn="1"/>
        </p:nvSpPr>
        <p:spPr>
          <a:xfrm>
            <a:off x="6286499" y="1371601"/>
            <a:ext cx="5067300" cy="3193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US" sz="1400" b="1" noProof="0"/>
              <a:t>Primary color palette 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E5B72F6-73EB-4CE0-9FA2-B961987BEE98}"/>
              </a:ext>
            </a:extLst>
          </p:cNvPr>
          <p:cNvGrpSpPr/>
          <p:nvPr userDrawn="1"/>
        </p:nvGrpSpPr>
        <p:grpSpPr>
          <a:xfrm>
            <a:off x="11353780" y="1690914"/>
            <a:ext cx="460825" cy="2385333"/>
            <a:chOff x="11495284" y="1879826"/>
            <a:chExt cx="319322" cy="2385333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153FBF4-34B3-484E-9E8C-AFA947E15DE8}"/>
                </a:ext>
              </a:extLst>
            </p:cNvPr>
            <p:cNvSpPr txBox="1"/>
            <p:nvPr userDrawn="1"/>
          </p:nvSpPr>
          <p:spPr>
            <a:xfrm rot="5400000">
              <a:off x="10859840" y="2515282"/>
              <a:ext cx="1590219" cy="31931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defTabSz="228600">
                <a:spcAft>
                  <a:spcPts val="1200"/>
                </a:spcAft>
              </a:pPr>
              <a:r>
                <a:rPr lang="en-US" sz="1400" b="1" noProof="0">
                  <a:solidFill>
                    <a:schemeClr val="tx1"/>
                  </a:solidFill>
                </a:rPr>
                <a:t>Core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B68C69E-8CCF-4E1C-92D1-B396EDF050A5}"/>
                </a:ext>
              </a:extLst>
            </p:cNvPr>
            <p:cNvSpPr txBox="1"/>
            <p:nvPr userDrawn="1"/>
          </p:nvSpPr>
          <p:spPr>
            <a:xfrm rot="5400000">
              <a:off x="11257393" y="3707946"/>
              <a:ext cx="795112" cy="31931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defTabSz="228600">
                <a:spcAft>
                  <a:spcPts val="1200"/>
                </a:spcAft>
              </a:pPr>
              <a:r>
                <a:rPr lang="en-US" sz="1400" b="1" noProof="0">
                  <a:solidFill>
                    <a:schemeClr val="tx1"/>
                  </a:solidFill>
                </a:rPr>
                <a:t>Accent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9FA00A0-74FC-4568-8275-E1EAF540A68A}"/>
                </a:ext>
              </a:extLst>
            </p:cNvPr>
            <p:cNvCxnSpPr/>
            <p:nvPr userDrawn="1"/>
          </p:nvCxnSpPr>
          <p:spPr>
            <a:xfrm>
              <a:off x="11495284" y="1879826"/>
              <a:ext cx="315716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C23630D-FF5C-46EA-94E1-E68FDB251C22}"/>
                </a:ext>
              </a:extLst>
            </p:cNvPr>
            <p:cNvCxnSpPr/>
            <p:nvPr userDrawn="1"/>
          </p:nvCxnSpPr>
          <p:spPr>
            <a:xfrm>
              <a:off x="11495284" y="3470046"/>
              <a:ext cx="315716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80ED890-BB11-4E34-88D4-9E93358BC1E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95284" y="4265159"/>
              <a:ext cx="315716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2" name="Picture 41" descr="A picture containing light&#10;&#10;Description automatically generated">
            <a:extLst>
              <a:ext uri="{FF2B5EF4-FFF2-40B4-BE49-F238E27FC236}">
                <a16:creationId xmlns:a16="http://schemas.microsoft.com/office/drawing/2014/main" id="{4068EA73-81B1-4C57-A708-F8C1832CFE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499" y="5030964"/>
            <a:ext cx="1549033" cy="87133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A0AF10B1-CD61-4ADB-A15A-B61DA727235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45623" y="5030964"/>
            <a:ext cx="1549032" cy="871331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F2AE44A6-744A-418B-AADE-66A83B29105B}"/>
              </a:ext>
            </a:extLst>
          </p:cNvPr>
          <p:cNvSpPr txBox="1"/>
          <p:nvPr userDrawn="1"/>
        </p:nvSpPr>
        <p:spPr>
          <a:xfrm>
            <a:off x="6286499" y="4711650"/>
            <a:ext cx="5067300" cy="3193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US" sz="1400" b="1" noProof="0"/>
              <a:t>Sample gradients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70ECCE7-1CC4-4293-ACBE-C95F1C3D87EB}"/>
              </a:ext>
            </a:extLst>
          </p:cNvPr>
          <p:cNvSpPr txBox="1"/>
          <p:nvPr userDrawn="1"/>
        </p:nvSpPr>
        <p:spPr>
          <a:xfrm>
            <a:off x="6554285" y="5326926"/>
            <a:ext cx="1013460" cy="2794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0"/>
              </a:spcAft>
            </a:pPr>
            <a:r>
              <a:rPr lang="en-US" sz="1200" b="1" noProof="0">
                <a:solidFill>
                  <a:schemeClr val="bg1"/>
                </a:solidFill>
              </a:rPr>
              <a:t>Dark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252E242-C6DF-4C71-B2BB-10A81A7B2E20}"/>
              </a:ext>
            </a:extLst>
          </p:cNvPr>
          <p:cNvSpPr txBox="1"/>
          <p:nvPr userDrawn="1"/>
        </p:nvSpPr>
        <p:spPr>
          <a:xfrm>
            <a:off x="8313409" y="5326926"/>
            <a:ext cx="1013460" cy="2794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0"/>
              </a:spcAft>
            </a:pPr>
            <a:r>
              <a:rPr lang="en-US" sz="1200" b="1" noProof="0">
                <a:solidFill>
                  <a:schemeClr val="bg1"/>
                </a:solidFill>
              </a:rPr>
              <a:t>Mid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9B4B63E-94DD-4E79-8B7D-F63374BA756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D6E789BB-0A8B-40A8-B78B-673CFE44BEBE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09140676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9C11468-41E4-4563-99AD-9AEFBFCD9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990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97866E-EECB-4DC2-BE13-5FE28425E324}"/>
              </a:ext>
            </a:extLst>
          </p:cNvPr>
          <p:cNvSpPr txBox="1"/>
          <p:nvPr userDrawn="1"/>
        </p:nvSpPr>
        <p:spPr>
          <a:xfrm>
            <a:off x="384460" y="1349376"/>
            <a:ext cx="5902041" cy="45259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4000" b="1" i="0" u="none" strike="noStrike" baseline="0" noProof="0">
                <a:solidFill>
                  <a:schemeClr val="bg1"/>
                </a:solidFill>
                <a:latin typeface="+mj-lt"/>
              </a:rPr>
              <a:t>This is a headline </a:t>
            </a:r>
            <a:br>
              <a:rPr lang="en-US" sz="4000" b="1" i="0" u="none" strike="noStrike" baseline="0" noProof="0">
                <a:solidFill>
                  <a:schemeClr val="bg1"/>
                </a:solidFill>
                <a:latin typeface="+mj-lt"/>
              </a:rPr>
            </a:br>
            <a:r>
              <a:rPr lang="en-US" sz="4000" b="1" i="0" u="none" strike="noStrike" baseline="0" noProof="0">
                <a:solidFill>
                  <a:schemeClr val="bg1"/>
                </a:solidFill>
                <a:latin typeface="+mj-lt"/>
              </a:rPr>
              <a:t>set in Graphik with Bold formatting.</a:t>
            </a:r>
          </a:p>
          <a:p>
            <a:pPr algn="l">
              <a:lnSpc>
                <a:spcPct val="90000"/>
              </a:lnSpc>
            </a:pPr>
            <a:endParaRPr lang="en-US" sz="4000" b="1" i="0" u="none" strike="noStrike" baseline="0" noProof="0">
              <a:solidFill>
                <a:schemeClr val="bg1"/>
              </a:solidFill>
              <a:latin typeface="+mj-lt"/>
            </a:endParaRPr>
          </a:p>
          <a:p>
            <a:pPr algn="l">
              <a:lnSpc>
                <a:spcPct val="90000"/>
              </a:lnSpc>
            </a:pPr>
            <a:r>
              <a:rPr lang="en-US" sz="3200" b="1" i="0" u="none" strike="noStrike" baseline="0" noProof="0">
                <a:solidFill>
                  <a:schemeClr val="bg1"/>
                </a:solidFill>
                <a:latin typeface="Palatino Linotype" panose="02040502050505030304" pitchFamily="18" charset="0"/>
              </a:rPr>
              <a:t>This is a sub-headline </a:t>
            </a:r>
            <a:br>
              <a:rPr lang="en-US" sz="3200" b="1" i="0" u="none" strike="noStrike" baseline="0" noProof="0">
                <a:solidFill>
                  <a:schemeClr val="bg1"/>
                </a:solidFill>
                <a:latin typeface="Palatino Linotype" panose="02040502050505030304" pitchFamily="18" charset="0"/>
              </a:rPr>
            </a:br>
            <a:r>
              <a:rPr lang="en-US" sz="3200" b="1" i="0" u="none" strike="noStrike" baseline="0" noProof="0">
                <a:solidFill>
                  <a:schemeClr val="bg1"/>
                </a:solidFill>
                <a:latin typeface="Palatino Linotype" panose="02040502050505030304" pitchFamily="18" charset="0"/>
              </a:rPr>
              <a:t>set in Palatino Linotype.</a:t>
            </a:r>
          </a:p>
          <a:p>
            <a:pPr algn="l">
              <a:lnSpc>
                <a:spcPct val="90000"/>
              </a:lnSpc>
            </a:pPr>
            <a:endParaRPr lang="en-US" sz="4000" b="1" i="0" u="none" strike="noStrike" baseline="0" noProof="0">
              <a:solidFill>
                <a:schemeClr val="bg1"/>
              </a:solidFill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0" i="0" u="none" strike="noStrike" baseline="0" noProof="0">
                <a:solidFill>
                  <a:schemeClr val="bg1"/>
                </a:solidFill>
                <a:latin typeface="+mj-lt"/>
              </a:rPr>
              <a:t>This is your body copy text in Graphik.</a:t>
            </a:r>
          </a:p>
          <a:p>
            <a:pPr algn="l">
              <a:lnSpc>
                <a:spcPct val="90000"/>
              </a:lnSpc>
            </a:pPr>
            <a:endParaRPr lang="en-US" sz="4000" b="1" i="0" u="none" strike="noStrike" baseline="0" noProof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9DBA8B-4393-4F33-B622-D7DD4A81B7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838" y="1132240"/>
            <a:ext cx="5746351" cy="46764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6247D6-5B93-4C14-82F1-562B8C488A81}"/>
              </a:ext>
            </a:extLst>
          </p:cNvPr>
          <p:cNvSpPr txBox="1"/>
          <p:nvPr userDrawn="1"/>
        </p:nvSpPr>
        <p:spPr>
          <a:xfrm>
            <a:off x="6286502" y="1371600"/>
            <a:ext cx="5524500" cy="4503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>
                <a:latin typeface="Arial" panose="020B0604020202020204" pitchFamily="34" charset="0"/>
              </a:rPr>
              <a:t>This version of our template was created with </a:t>
            </a:r>
            <a:r>
              <a:rPr lang="en-US" b="1">
                <a:latin typeface="Arial" panose="020B0604020202020204" pitchFamily="34" charset="0"/>
              </a:rPr>
              <a:t>Arial</a:t>
            </a:r>
            <a:r>
              <a:rPr lang="en-US">
                <a:latin typeface="Arial" panose="020B0604020202020204" pitchFamily="34" charset="0"/>
              </a:rPr>
              <a:t> and </a:t>
            </a:r>
            <a:r>
              <a:rPr lang="en-US" b="1">
                <a:latin typeface="Arial" panose="020B0604020202020204" pitchFamily="34" charset="0"/>
              </a:rPr>
              <a:t>Palatino Linotype </a:t>
            </a:r>
            <a:r>
              <a:rPr lang="en-US">
                <a:latin typeface="Arial" panose="020B0604020202020204" pitchFamily="34" charset="0"/>
              </a:rPr>
              <a:t>system fonts for use when our brand fonts, </a:t>
            </a:r>
            <a:r>
              <a:rPr lang="en-US" err="1">
                <a:latin typeface="Arial" panose="020B0604020202020204" pitchFamily="34" charset="0"/>
              </a:rPr>
              <a:t>Graphik</a:t>
            </a:r>
            <a:r>
              <a:rPr lang="en-US">
                <a:latin typeface="Arial" panose="020B0604020202020204" pitchFamily="34" charset="0"/>
              </a:rPr>
              <a:t> and GT </a:t>
            </a:r>
            <a:r>
              <a:rPr lang="en-US" err="1">
                <a:latin typeface="Arial" panose="020B0604020202020204" pitchFamily="34" charset="0"/>
              </a:rPr>
              <a:t>Sectra</a:t>
            </a:r>
            <a:r>
              <a:rPr lang="en-US">
                <a:latin typeface="Arial" panose="020B0604020202020204" pitchFamily="34" charset="0"/>
              </a:rPr>
              <a:t> Fine are not available, or when you can only use system fonts.</a:t>
            </a:r>
          </a:p>
          <a:p>
            <a:endParaRPr lang="en-US">
              <a:latin typeface="Arial" panose="020B0604020202020204" pitchFamily="34" charset="0"/>
            </a:endParaRPr>
          </a:p>
          <a:p>
            <a:pPr algn="l"/>
            <a:r>
              <a:rPr lang="en-US" sz="1800" b="0" i="0" u="none" strike="noStrike" baseline="0" noProof="0">
                <a:latin typeface="Arial" panose="020B0604020202020204" pitchFamily="34" charset="0"/>
              </a:rPr>
              <a:t>Whenever possible, we use </a:t>
            </a:r>
            <a:r>
              <a:rPr lang="en-US" sz="1800" b="1" i="0" u="none" strike="noStrike" baseline="0" noProof="0">
                <a:latin typeface="Arial" panose="020B0604020202020204" pitchFamily="34" charset="0"/>
              </a:rPr>
              <a:t>Graphik</a:t>
            </a:r>
            <a:r>
              <a:rPr lang="en-US" sz="1800" b="0" i="0" u="none" strike="noStrike" baseline="0" noProof="0">
                <a:latin typeface="Arial" panose="020B0604020202020204" pitchFamily="34" charset="0"/>
              </a:rPr>
              <a:t> as our core brand typography. For optimum text accessibility on PowerPoint, we use Graphik Regular.</a:t>
            </a:r>
          </a:p>
          <a:p>
            <a:pPr algn="l"/>
            <a:endParaRPr lang="en-US" sz="1800" b="0" i="0" u="none" strike="noStrike" baseline="0" noProof="0">
              <a:latin typeface="Arial" panose="020B0604020202020204" pitchFamily="34" charset="0"/>
            </a:endParaRPr>
          </a:p>
          <a:p>
            <a:pPr algn="l"/>
            <a:r>
              <a:rPr lang="en-US" sz="1800" b="0" i="0" u="none" strike="noStrike" baseline="0" noProof="0">
                <a:latin typeface="Arial" panose="020B0604020202020204" pitchFamily="34" charset="0"/>
              </a:rPr>
              <a:t>On some slide layouts (Covers and Dividers), we have added </a:t>
            </a:r>
            <a:r>
              <a:rPr lang="en-US" b="1">
                <a:latin typeface="Arial" panose="020B0604020202020204" pitchFamily="34" charset="0"/>
              </a:rPr>
              <a:t>GT </a:t>
            </a:r>
            <a:r>
              <a:rPr lang="en-US" b="1" err="1">
                <a:latin typeface="Arial" panose="020B0604020202020204" pitchFamily="34" charset="0"/>
              </a:rPr>
              <a:t>Sectra</a:t>
            </a:r>
            <a:r>
              <a:rPr lang="en-US" b="1">
                <a:latin typeface="Arial" panose="020B0604020202020204" pitchFamily="34" charset="0"/>
              </a:rPr>
              <a:t> Fine </a:t>
            </a:r>
            <a:r>
              <a:rPr lang="en-US" sz="1800" b="0" i="0" u="none" strike="noStrike" baseline="0" noProof="0">
                <a:latin typeface="Arial" panose="020B0604020202020204" pitchFamily="34" charset="0"/>
              </a:rPr>
              <a:t>to add a bit of humanity and visual interest. </a:t>
            </a:r>
          </a:p>
          <a:p>
            <a:pPr algn="l"/>
            <a:endParaRPr lang="en-US" sz="1800" b="0" i="0" u="none" strike="noStrike" baseline="0" noProof="0">
              <a:latin typeface="Arial" panose="020B0604020202020204" pitchFamily="34" charset="0"/>
            </a:endParaRPr>
          </a:p>
          <a:p>
            <a:r>
              <a:rPr lang="en-US" sz="1800" b="0" i="0" u="none" strike="noStrike" baseline="0" noProof="0">
                <a:latin typeface="Arial" panose="020B0604020202020204" pitchFamily="34" charset="0"/>
              </a:rPr>
              <a:t>Download and install </a:t>
            </a:r>
            <a:r>
              <a:rPr lang="en-US" sz="1800" b="1" i="0" u="none" strike="noStrike" baseline="0" noProof="0" err="1">
                <a:latin typeface="Arial" panose="020B0604020202020204" pitchFamily="34" charset="0"/>
              </a:rPr>
              <a:t>Graphik</a:t>
            </a:r>
            <a:r>
              <a:rPr lang="en-US" sz="1800" b="0" i="0" u="none" strike="noStrike" baseline="0" noProof="0">
                <a:latin typeface="Arial" panose="020B0604020202020204" pitchFamily="34" charset="0"/>
              </a:rPr>
              <a:t> and </a:t>
            </a:r>
            <a:r>
              <a:rPr lang="en-US" sz="1800" b="1" i="0" u="none" strike="noStrike" baseline="0" noProof="0">
                <a:latin typeface="Arial" panose="020B0604020202020204" pitchFamily="34" charset="0"/>
              </a:rPr>
              <a:t>GT </a:t>
            </a:r>
            <a:r>
              <a:rPr lang="en-US" sz="1800" b="1" i="0" u="none" strike="noStrike" baseline="0" noProof="0" err="1">
                <a:latin typeface="Arial" panose="020B0604020202020204" pitchFamily="34" charset="0"/>
              </a:rPr>
              <a:t>Sectra</a:t>
            </a:r>
            <a:r>
              <a:rPr lang="en-US" sz="1800" b="1" i="0" u="none" strike="noStrike" baseline="0" noProof="0">
                <a:latin typeface="Arial" panose="020B0604020202020204" pitchFamily="34" charset="0"/>
              </a:rPr>
              <a:t> Fine </a:t>
            </a:r>
            <a:r>
              <a:rPr lang="en-US" sz="1800" b="0" i="0" u="none" strike="noStrike" baseline="0" noProof="0">
                <a:latin typeface="Arial" panose="020B0604020202020204" pitchFamily="34" charset="0"/>
              </a:rPr>
              <a:t>fonts </a:t>
            </a:r>
            <a:r>
              <a:rPr lang="en-US">
                <a:solidFill>
                  <a:schemeClr val="accent1"/>
                </a:solidFill>
                <a:latin typeface="Arial" panose="020B0604020202020204" pitchFamily="34" charset="0"/>
                <a:hlinkClick r:id="rId3"/>
              </a:rPr>
              <a:t>here</a:t>
            </a:r>
            <a:r>
              <a:rPr lang="en-US">
                <a:latin typeface="Arial" panose="020B0604020202020204" pitchFamily="34" charset="0"/>
              </a:rPr>
              <a:t>.</a:t>
            </a:r>
            <a:endParaRPr lang="en-US" sz="1800" b="0" i="0" u="none" strike="noStrike" baseline="0" noProof="0"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89CE7B-F389-48EB-97E8-0AE9CB63DB1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10BC6A-4BDC-491C-A2E4-14E7B576486E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33561945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21F0406-6021-4318-BE74-6D19E6F0BF8E}"/>
              </a:ext>
            </a:extLst>
          </p:cNvPr>
          <p:cNvSpPr txBox="1">
            <a:spLocks/>
          </p:cNvSpPr>
          <p:nvPr userDrawn="1"/>
        </p:nvSpPr>
        <p:spPr>
          <a:xfrm>
            <a:off x="381000" y="381000"/>
            <a:ext cx="11430000" cy="9144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Slide layouts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C5FB9A-95BE-4AED-8C73-20C560499422}"/>
              </a:ext>
            </a:extLst>
          </p:cNvPr>
          <p:cNvSpPr txBox="1"/>
          <p:nvPr userDrawn="1"/>
        </p:nvSpPr>
        <p:spPr>
          <a:xfrm>
            <a:off x="380999" y="927847"/>
            <a:ext cx="11429981" cy="50024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GB" sz="1600"/>
              <a:t>The following snapshots show some of the slide layouts included within this template. </a:t>
            </a:r>
            <a:br>
              <a:rPr lang="en-GB" sz="1600"/>
            </a:br>
            <a:r>
              <a:rPr lang="en-GB" sz="1600"/>
              <a:t>Access them through </a:t>
            </a:r>
            <a:r>
              <a:rPr lang="en-GB" sz="1600" b="1">
                <a:solidFill>
                  <a:schemeClr val="accent1"/>
                </a:solidFill>
              </a:rPr>
              <a:t>Home (Ribbon) &gt; Slides &gt; Layout</a:t>
            </a:r>
            <a:r>
              <a:rPr lang="en-GB" sz="1600">
                <a:solidFill>
                  <a:schemeClr val="accent1"/>
                </a:solidFill>
              </a:rPr>
              <a:t> OR </a:t>
            </a:r>
            <a:r>
              <a:rPr lang="en-GB" sz="1600" b="1">
                <a:solidFill>
                  <a:schemeClr val="accent1"/>
                </a:solidFill>
              </a:rPr>
              <a:t>View (Ribbon) &gt; Slide Master</a:t>
            </a:r>
            <a:r>
              <a:rPr lang="en-GB" sz="1600" b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2AE936-832F-4F4C-BB92-3183028645D8}"/>
              </a:ext>
            </a:extLst>
          </p:cNvPr>
          <p:cNvSpPr txBox="1"/>
          <p:nvPr userDrawn="1"/>
        </p:nvSpPr>
        <p:spPr>
          <a:xfrm rot="16200000">
            <a:off x="142495" y="1844963"/>
            <a:ext cx="713231" cy="236223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 defTabSz="228600">
              <a:lnSpc>
                <a:spcPct val="90000"/>
              </a:lnSpc>
              <a:spcAft>
                <a:spcPts val="1200"/>
              </a:spcAft>
            </a:pPr>
            <a:r>
              <a:rPr lang="en-US" sz="1000" b="1" noProof="0">
                <a:solidFill>
                  <a:schemeClr val="tx1"/>
                </a:solidFill>
              </a:rPr>
              <a:t>Intro &amp;</a:t>
            </a:r>
            <a:br>
              <a:rPr lang="en-US" sz="1000" b="1" noProof="0">
                <a:solidFill>
                  <a:schemeClr val="tx1"/>
                </a:solidFill>
              </a:rPr>
            </a:br>
            <a:r>
              <a:rPr lang="en-US" sz="1000" b="1" noProof="0">
                <a:solidFill>
                  <a:schemeClr val="tx1"/>
                </a:solidFill>
              </a:rPr>
              <a:t>Covers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FD1AD7-8D88-436D-95ED-823BE335DD7B}"/>
              </a:ext>
            </a:extLst>
          </p:cNvPr>
          <p:cNvSpPr txBox="1"/>
          <p:nvPr userDrawn="1"/>
        </p:nvSpPr>
        <p:spPr>
          <a:xfrm rot="16200000">
            <a:off x="141088" y="2630026"/>
            <a:ext cx="716046" cy="23622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 defTabSz="228600">
              <a:lnSpc>
                <a:spcPct val="90000"/>
              </a:lnSpc>
              <a:spcAft>
                <a:spcPts val="1200"/>
              </a:spcAft>
            </a:pPr>
            <a:r>
              <a:rPr lang="en-US" sz="1000" b="1" noProof="0">
                <a:solidFill>
                  <a:schemeClr val="tx1"/>
                </a:solidFill>
              </a:rPr>
              <a:t>Section Dividers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27F26B-582B-4079-9482-2795939B5BD8}"/>
              </a:ext>
            </a:extLst>
          </p:cNvPr>
          <p:cNvSpPr txBox="1"/>
          <p:nvPr userDrawn="1"/>
        </p:nvSpPr>
        <p:spPr>
          <a:xfrm rot="16200000">
            <a:off x="-642485" y="4197258"/>
            <a:ext cx="2283191" cy="23622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 defTabSz="228600">
              <a:lnSpc>
                <a:spcPct val="90000"/>
              </a:lnSpc>
              <a:spcAft>
                <a:spcPts val="1200"/>
              </a:spcAft>
            </a:pPr>
            <a:r>
              <a:rPr lang="en-US" sz="1000" b="1" noProof="0">
                <a:solidFill>
                  <a:schemeClr val="tx1"/>
                </a:solidFill>
              </a:rPr>
              <a:t>Content Layouts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86F825-3316-48AE-800F-B6267A1B66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8660" y="1610931"/>
            <a:ext cx="10717697" cy="38712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DD8A20-2FE4-48E9-879A-EC96DA2F135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80B683A-DC77-40D5-B81C-B717C1C69278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4400520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 - Icon Libr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CECD371-7C06-488E-AA23-EB47BBF733D9}"/>
              </a:ext>
            </a:extLst>
          </p:cNvPr>
          <p:cNvSpPr txBox="1">
            <a:spLocks/>
          </p:cNvSpPr>
          <p:nvPr userDrawn="1"/>
        </p:nvSpPr>
        <p:spPr>
          <a:xfrm>
            <a:off x="381000" y="381000"/>
            <a:ext cx="11430000" cy="9144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Iconography: Monoline</a:t>
            </a:r>
          </a:p>
        </p:txBody>
      </p:sp>
      <p:sp>
        <p:nvSpPr>
          <p:cNvPr id="4" name="Freeform 127">
            <a:extLst>
              <a:ext uri="{FF2B5EF4-FFF2-40B4-BE49-F238E27FC236}">
                <a16:creationId xmlns:a16="http://schemas.microsoft.com/office/drawing/2014/main" id="{80F51A57-4DBA-FA4F-916F-88328E5E013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767063" y="1981658"/>
            <a:ext cx="513948" cy="396598"/>
          </a:xfrm>
          <a:custGeom>
            <a:avLst/>
            <a:gdLst>
              <a:gd name="T0" fmla="*/ 199 w 309"/>
              <a:gd name="T1" fmla="*/ 232 h 244"/>
              <a:gd name="T2" fmla="*/ 222 w 309"/>
              <a:gd name="T3" fmla="*/ 225 h 244"/>
              <a:gd name="T4" fmla="*/ 248 w 309"/>
              <a:gd name="T5" fmla="*/ 202 h 244"/>
              <a:gd name="T6" fmla="*/ 273 w 309"/>
              <a:gd name="T7" fmla="*/ 177 h 244"/>
              <a:gd name="T8" fmla="*/ 308 w 309"/>
              <a:gd name="T9" fmla="*/ 128 h 244"/>
              <a:gd name="T10" fmla="*/ 216 w 309"/>
              <a:gd name="T11" fmla="*/ 12 h 244"/>
              <a:gd name="T12" fmla="*/ 115 w 309"/>
              <a:gd name="T13" fmla="*/ 19 h 244"/>
              <a:gd name="T14" fmla="*/ 3 w 309"/>
              <a:gd name="T15" fmla="*/ 136 h 244"/>
              <a:gd name="T16" fmla="*/ 44 w 309"/>
              <a:gd name="T17" fmla="*/ 199 h 244"/>
              <a:gd name="T18" fmla="*/ 60 w 309"/>
              <a:gd name="T19" fmla="*/ 217 h 244"/>
              <a:gd name="T20" fmla="*/ 82 w 309"/>
              <a:gd name="T21" fmla="*/ 228 h 244"/>
              <a:gd name="T22" fmla="*/ 128 w 309"/>
              <a:gd name="T23" fmla="*/ 244 h 244"/>
              <a:gd name="T24" fmla="*/ 147 w 309"/>
              <a:gd name="T25" fmla="*/ 233 h 244"/>
              <a:gd name="T26" fmla="*/ 122 w 309"/>
              <a:gd name="T27" fmla="*/ 30 h 244"/>
              <a:gd name="T28" fmla="*/ 194 w 309"/>
              <a:gd name="T29" fmla="*/ 20 h 244"/>
              <a:gd name="T30" fmla="*/ 263 w 309"/>
              <a:gd name="T31" fmla="*/ 31 h 244"/>
              <a:gd name="T32" fmla="*/ 278 w 309"/>
              <a:gd name="T33" fmla="*/ 143 h 244"/>
              <a:gd name="T34" fmla="*/ 136 w 309"/>
              <a:gd name="T35" fmla="*/ 85 h 244"/>
              <a:gd name="T36" fmla="*/ 122 w 309"/>
              <a:gd name="T37" fmla="*/ 30 h 244"/>
              <a:gd name="T38" fmla="*/ 45 w 309"/>
              <a:gd name="T39" fmla="*/ 186 h 244"/>
              <a:gd name="T40" fmla="*/ 32 w 309"/>
              <a:gd name="T41" fmla="*/ 155 h 244"/>
              <a:gd name="T42" fmla="*/ 73 w 309"/>
              <a:gd name="T43" fmla="*/ 206 h 244"/>
              <a:gd name="T44" fmla="*/ 57 w 309"/>
              <a:gd name="T45" fmla="*/ 195 h 244"/>
              <a:gd name="T46" fmla="*/ 67 w 309"/>
              <a:gd name="T47" fmla="*/ 172 h 244"/>
              <a:gd name="T48" fmla="*/ 85 w 309"/>
              <a:gd name="T49" fmla="*/ 171 h 244"/>
              <a:gd name="T50" fmla="*/ 73 w 309"/>
              <a:gd name="T51" fmla="*/ 206 h 244"/>
              <a:gd name="T52" fmla="*/ 102 w 309"/>
              <a:gd name="T53" fmla="*/ 221 h 244"/>
              <a:gd name="T54" fmla="*/ 97 w 309"/>
              <a:gd name="T55" fmla="*/ 181 h 244"/>
              <a:gd name="T56" fmla="*/ 110 w 309"/>
              <a:gd name="T57" fmla="*/ 197 h 244"/>
              <a:gd name="T58" fmla="*/ 137 w 309"/>
              <a:gd name="T59" fmla="*/ 219 h 244"/>
              <a:gd name="T60" fmla="*/ 132 w 309"/>
              <a:gd name="T61" fmla="*/ 230 h 244"/>
              <a:gd name="T62" fmla="*/ 115 w 309"/>
              <a:gd name="T63" fmla="*/ 225 h 244"/>
              <a:gd name="T64" fmla="*/ 138 w 309"/>
              <a:gd name="T65" fmla="*/ 205 h 244"/>
              <a:gd name="T66" fmla="*/ 123 w 309"/>
              <a:gd name="T67" fmla="*/ 187 h 244"/>
              <a:gd name="T68" fmla="*/ 98 w 309"/>
              <a:gd name="T69" fmla="*/ 168 h 244"/>
              <a:gd name="T70" fmla="*/ 68 w 309"/>
              <a:gd name="T71" fmla="*/ 152 h 244"/>
              <a:gd name="T72" fmla="*/ 15 w 309"/>
              <a:gd name="T73" fmla="*/ 128 h 244"/>
              <a:gd name="T74" fmla="*/ 107 w 309"/>
              <a:gd name="T75" fmla="*/ 32 h 244"/>
              <a:gd name="T76" fmla="*/ 113 w 309"/>
              <a:gd name="T77" fmla="*/ 116 h 244"/>
              <a:gd name="T78" fmla="*/ 231 w 309"/>
              <a:gd name="T79" fmla="*/ 115 h 244"/>
              <a:gd name="T80" fmla="*/ 264 w 309"/>
              <a:gd name="T81" fmla="*/ 167 h 244"/>
              <a:gd name="T82" fmla="*/ 220 w 309"/>
              <a:gd name="T83" fmla="*/ 145 h 244"/>
              <a:gd name="T84" fmla="*/ 199 w 309"/>
              <a:gd name="T85" fmla="*/ 133 h 244"/>
              <a:gd name="T86" fmla="*/ 246 w 309"/>
              <a:gd name="T87" fmla="*/ 183 h 244"/>
              <a:gd name="T88" fmla="*/ 228 w 309"/>
              <a:gd name="T89" fmla="*/ 197 h 244"/>
              <a:gd name="T90" fmla="*/ 188 w 309"/>
              <a:gd name="T91" fmla="*/ 167 h 244"/>
              <a:gd name="T92" fmla="*/ 219 w 309"/>
              <a:gd name="T93" fmla="*/ 206 h 244"/>
              <a:gd name="T94" fmla="*/ 204 w 309"/>
              <a:gd name="T95" fmla="*/ 219 h 244"/>
              <a:gd name="T96" fmla="*/ 162 w 309"/>
              <a:gd name="T97" fmla="*/ 196 h 244"/>
              <a:gd name="T98" fmla="*/ 188 w 309"/>
              <a:gd name="T99" fmla="*/ 224 h 244"/>
              <a:gd name="T100" fmla="*/ 151 w 309"/>
              <a:gd name="T101" fmla="*/ 220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09" h="244">
                <a:moveTo>
                  <a:pt x="176" y="239"/>
                </a:moveTo>
                <a:cubicBezTo>
                  <a:pt x="181" y="239"/>
                  <a:pt x="184" y="238"/>
                  <a:pt x="188" y="238"/>
                </a:cubicBezTo>
                <a:cubicBezTo>
                  <a:pt x="192" y="236"/>
                  <a:pt x="196" y="235"/>
                  <a:pt x="199" y="232"/>
                </a:cubicBezTo>
                <a:cubicBezTo>
                  <a:pt x="199" y="232"/>
                  <a:pt x="199" y="232"/>
                  <a:pt x="199" y="232"/>
                </a:cubicBezTo>
                <a:cubicBezTo>
                  <a:pt x="199" y="232"/>
                  <a:pt x="199" y="232"/>
                  <a:pt x="199" y="232"/>
                </a:cubicBezTo>
                <a:cubicBezTo>
                  <a:pt x="200" y="232"/>
                  <a:pt x="201" y="232"/>
                  <a:pt x="201" y="232"/>
                </a:cubicBezTo>
                <a:cubicBezTo>
                  <a:pt x="202" y="232"/>
                  <a:pt x="203" y="233"/>
                  <a:pt x="204" y="233"/>
                </a:cubicBezTo>
                <a:cubicBezTo>
                  <a:pt x="210" y="233"/>
                  <a:pt x="217" y="230"/>
                  <a:pt x="222" y="225"/>
                </a:cubicBezTo>
                <a:cubicBezTo>
                  <a:pt x="227" y="221"/>
                  <a:pt x="230" y="216"/>
                  <a:pt x="232" y="210"/>
                </a:cubicBezTo>
                <a:cubicBezTo>
                  <a:pt x="232" y="210"/>
                  <a:pt x="232" y="210"/>
                  <a:pt x="232" y="210"/>
                </a:cubicBezTo>
                <a:cubicBezTo>
                  <a:pt x="232" y="210"/>
                  <a:pt x="232" y="210"/>
                  <a:pt x="232" y="210"/>
                </a:cubicBezTo>
                <a:cubicBezTo>
                  <a:pt x="238" y="209"/>
                  <a:pt x="243" y="206"/>
                  <a:pt x="248" y="202"/>
                </a:cubicBezTo>
                <a:cubicBezTo>
                  <a:pt x="254" y="197"/>
                  <a:pt x="257" y="191"/>
                  <a:pt x="259" y="185"/>
                </a:cubicBezTo>
                <a:cubicBezTo>
                  <a:pt x="259" y="185"/>
                  <a:pt x="259" y="185"/>
                  <a:pt x="259" y="185"/>
                </a:cubicBezTo>
                <a:cubicBezTo>
                  <a:pt x="259" y="185"/>
                  <a:pt x="259" y="185"/>
                  <a:pt x="259" y="185"/>
                </a:cubicBezTo>
                <a:cubicBezTo>
                  <a:pt x="264" y="184"/>
                  <a:pt x="269" y="181"/>
                  <a:pt x="273" y="177"/>
                </a:cubicBezTo>
                <a:cubicBezTo>
                  <a:pt x="280" y="171"/>
                  <a:pt x="284" y="164"/>
                  <a:pt x="285" y="155"/>
                </a:cubicBezTo>
                <a:cubicBezTo>
                  <a:pt x="285" y="155"/>
                  <a:pt x="285" y="155"/>
                  <a:pt x="285" y="155"/>
                </a:cubicBezTo>
                <a:cubicBezTo>
                  <a:pt x="307" y="135"/>
                  <a:pt x="307" y="135"/>
                  <a:pt x="307" y="135"/>
                </a:cubicBezTo>
                <a:cubicBezTo>
                  <a:pt x="308" y="134"/>
                  <a:pt x="309" y="131"/>
                  <a:pt x="308" y="128"/>
                </a:cubicBezTo>
                <a:cubicBezTo>
                  <a:pt x="274" y="23"/>
                  <a:pt x="274" y="23"/>
                  <a:pt x="274" y="23"/>
                </a:cubicBezTo>
                <a:cubicBezTo>
                  <a:pt x="273" y="21"/>
                  <a:pt x="271" y="19"/>
                  <a:pt x="269" y="19"/>
                </a:cubicBezTo>
                <a:cubicBezTo>
                  <a:pt x="269" y="19"/>
                  <a:pt x="269" y="19"/>
                  <a:pt x="269" y="19"/>
                </a:cubicBezTo>
                <a:cubicBezTo>
                  <a:pt x="264" y="18"/>
                  <a:pt x="226" y="12"/>
                  <a:pt x="216" y="12"/>
                </a:cubicBezTo>
                <a:cubicBezTo>
                  <a:pt x="213" y="12"/>
                  <a:pt x="205" y="10"/>
                  <a:pt x="198" y="7"/>
                </a:cubicBezTo>
                <a:cubicBezTo>
                  <a:pt x="185" y="4"/>
                  <a:pt x="171" y="0"/>
                  <a:pt x="162" y="1"/>
                </a:cubicBezTo>
                <a:cubicBezTo>
                  <a:pt x="148" y="2"/>
                  <a:pt x="123" y="15"/>
                  <a:pt x="115" y="19"/>
                </a:cubicBezTo>
                <a:cubicBezTo>
                  <a:pt x="115" y="19"/>
                  <a:pt x="115" y="19"/>
                  <a:pt x="115" y="19"/>
                </a:cubicBezTo>
                <a:cubicBezTo>
                  <a:pt x="45" y="19"/>
                  <a:pt x="45" y="19"/>
                  <a:pt x="45" y="19"/>
                </a:cubicBezTo>
                <a:cubicBezTo>
                  <a:pt x="42" y="19"/>
                  <a:pt x="40" y="21"/>
                  <a:pt x="39" y="23"/>
                </a:cubicBezTo>
                <a:cubicBezTo>
                  <a:pt x="1" y="128"/>
                  <a:pt x="1" y="128"/>
                  <a:pt x="1" y="128"/>
                </a:cubicBezTo>
                <a:cubicBezTo>
                  <a:pt x="0" y="131"/>
                  <a:pt x="1" y="134"/>
                  <a:pt x="3" y="136"/>
                </a:cubicBezTo>
                <a:cubicBezTo>
                  <a:pt x="21" y="148"/>
                  <a:pt x="21" y="148"/>
                  <a:pt x="21" y="148"/>
                </a:cubicBezTo>
                <a:cubicBezTo>
                  <a:pt x="21" y="148"/>
                  <a:pt x="21" y="148"/>
                  <a:pt x="21" y="148"/>
                </a:cubicBezTo>
                <a:cubicBezTo>
                  <a:pt x="16" y="156"/>
                  <a:pt x="11" y="168"/>
                  <a:pt x="14" y="175"/>
                </a:cubicBezTo>
                <a:cubicBezTo>
                  <a:pt x="17" y="184"/>
                  <a:pt x="33" y="196"/>
                  <a:pt x="44" y="199"/>
                </a:cubicBezTo>
                <a:cubicBezTo>
                  <a:pt x="44" y="199"/>
                  <a:pt x="44" y="199"/>
                  <a:pt x="44" y="199"/>
                </a:cubicBezTo>
                <a:cubicBezTo>
                  <a:pt x="44" y="199"/>
                  <a:pt x="44" y="199"/>
                  <a:pt x="44" y="199"/>
                </a:cubicBezTo>
                <a:cubicBezTo>
                  <a:pt x="44" y="200"/>
                  <a:pt x="44" y="201"/>
                  <a:pt x="44" y="201"/>
                </a:cubicBezTo>
                <a:cubicBezTo>
                  <a:pt x="46" y="208"/>
                  <a:pt x="51" y="213"/>
                  <a:pt x="60" y="217"/>
                </a:cubicBezTo>
                <a:cubicBezTo>
                  <a:pt x="65" y="219"/>
                  <a:pt x="70" y="220"/>
                  <a:pt x="74" y="220"/>
                </a:cubicBezTo>
                <a:cubicBezTo>
                  <a:pt x="74" y="220"/>
                  <a:pt x="74" y="220"/>
                  <a:pt x="74" y="220"/>
                </a:cubicBezTo>
                <a:cubicBezTo>
                  <a:pt x="74" y="220"/>
                  <a:pt x="74" y="220"/>
                  <a:pt x="74" y="220"/>
                </a:cubicBezTo>
                <a:cubicBezTo>
                  <a:pt x="76" y="223"/>
                  <a:pt x="79" y="225"/>
                  <a:pt x="82" y="228"/>
                </a:cubicBezTo>
                <a:cubicBezTo>
                  <a:pt x="89" y="233"/>
                  <a:pt x="99" y="235"/>
                  <a:pt x="106" y="234"/>
                </a:cubicBezTo>
                <a:cubicBezTo>
                  <a:pt x="106" y="234"/>
                  <a:pt x="106" y="234"/>
                  <a:pt x="106" y="234"/>
                </a:cubicBezTo>
                <a:cubicBezTo>
                  <a:pt x="106" y="234"/>
                  <a:pt x="106" y="234"/>
                  <a:pt x="106" y="234"/>
                </a:cubicBezTo>
                <a:cubicBezTo>
                  <a:pt x="111" y="239"/>
                  <a:pt x="119" y="244"/>
                  <a:pt x="128" y="244"/>
                </a:cubicBezTo>
                <a:cubicBezTo>
                  <a:pt x="128" y="244"/>
                  <a:pt x="128" y="244"/>
                  <a:pt x="128" y="244"/>
                </a:cubicBezTo>
                <a:cubicBezTo>
                  <a:pt x="132" y="244"/>
                  <a:pt x="136" y="243"/>
                  <a:pt x="139" y="241"/>
                </a:cubicBezTo>
                <a:cubicBezTo>
                  <a:pt x="142" y="239"/>
                  <a:pt x="145" y="237"/>
                  <a:pt x="147" y="233"/>
                </a:cubicBezTo>
                <a:cubicBezTo>
                  <a:pt x="147" y="233"/>
                  <a:pt x="147" y="233"/>
                  <a:pt x="147" y="233"/>
                </a:cubicBezTo>
                <a:cubicBezTo>
                  <a:pt x="147" y="233"/>
                  <a:pt x="147" y="233"/>
                  <a:pt x="147" y="233"/>
                </a:cubicBezTo>
                <a:cubicBezTo>
                  <a:pt x="156" y="237"/>
                  <a:pt x="167" y="239"/>
                  <a:pt x="176" y="239"/>
                </a:cubicBezTo>
                <a:close/>
                <a:moveTo>
                  <a:pt x="122" y="30"/>
                </a:moveTo>
                <a:cubicBezTo>
                  <a:pt x="122" y="30"/>
                  <a:pt x="122" y="30"/>
                  <a:pt x="122" y="30"/>
                </a:cubicBezTo>
                <a:cubicBezTo>
                  <a:pt x="132" y="25"/>
                  <a:pt x="153" y="14"/>
                  <a:pt x="163" y="14"/>
                </a:cubicBezTo>
                <a:cubicBezTo>
                  <a:pt x="163" y="14"/>
                  <a:pt x="164" y="14"/>
                  <a:pt x="164" y="14"/>
                </a:cubicBezTo>
                <a:cubicBezTo>
                  <a:pt x="171" y="14"/>
                  <a:pt x="184" y="17"/>
                  <a:pt x="194" y="20"/>
                </a:cubicBezTo>
                <a:cubicBezTo>
                  <a:pt x="194" y="20"/>
                  <a:pt x="194" y="20"/>
                  <a:pt x="194" y="20"/>
                </a:cubicBezTo>
                <a:cubicBezTo>
                  <a:pt x="203" y="23"/>
                  <a:pt x="211" y="25"/>
                  <a:pt x="216" y="25"/>
                </a:cubicBezTo>
                <a:cubicBezTo>
                  <a:pt x="222" y="25"/>
                  <a:pt x="245" y="29"/>
                  <a:pt x="262" y="31"/>
                </a:cubicBezTo>
                <a:cubicBezTo>
                  <a:pt x="263" y="31"/>
                  <a:pt x="263" y="31"/>
                  <a:pt x="263" y="31"/>
                </a:cubicBezTo>
                <a:cubicBezTo>
                  <a:pt x="263" y="31"/>
                  <a:pt x="263" y="31"/>
                  <a:pt x="263" y="31"/>
                </a:cubicBezTo>
                <a:cubicBezTo>
                  <a:pt x="295" y="129"/>
                  <a:pt x="295" y="129"/>
                  <a:pt x="295" y="129"/>
                </a:cubicBezTo>
                <a:cubicBezTo>
                  <a:pt x="294" y="129"/>
                  <a:pt x="294" y="129"/>
                  <a:pt x="294" y="129"/>
                </a:cubicBezTo>
                <a:cubicBezTo>
                  <a:pt x="279" y="143"/>
                  <a:pt x="279" y="143"/>
                  <a:pt x="279" y="143"/>
                </a:cubicBezTo>
                <a:cubicBezTo>
                  <a:pt x="278" y="143"/>
                  <a:pt x="278" y="143"/>
                  <a:pt x="278" y="143"/>
                </a:cubicBezTo>
                <a:cubicBezTo>
                  <a:pt x="241" y="106"/>
                  <a:pt x="241" y="106"/>
                  <a:pt x="241" y="106"/>
                </a:cubicBezTo>
                <a:cubicBezTo>
                  <a:pt x="232" y="96"/>
                  <a:pt x="202" y="64"/>
                  <a:pt x="191" y="61"/>
                </a:cubicBezTo>
                <a:cubicBezTo>
                  <a:pt x="174" y="56"/>
                  <a:pt x="159" y="59"/>
                  <a:pt x="147" y="69"/>
                </a:cubicBezTo>
                <a:cubicBezTo>
                  <a:pt x="142" y="74"/>
                  <a:pt x="139" y="79"/>
                  <a:pt x="136" y="85"/>
                </a:cubicBezTo>
                <a:cubicBezTo>
                  <a:pt x="131" y="94"/>
                  <a:pt x="127" y="102"/>
                  <a:pt x="111" y="103"/>
                </a:cubicBezTo>
                <a:cubicBezTo>
                  <a:pt x="104" y="104"/>
                  <a:pt x="98" y="103"/>
                  <a:pt x="96" y="100"/>
                </a:cubicBezTo>
                <a:cubicBezTo>
                  <a:pt x="94" y="98"/>
                  <a:pt x="94" y="96"/>
                  <a:pt x="95" y="95"/>
                </a:cubicBezTo>
                <a:lnTo>
                  <a:pt x="122" y="30"/>
                </a:lnTo>
                <a:close/>
                <a:moveTo>
                  <a:pt x="52" y="170"/>
                </a:moveTo>
                <a:cubicBezTo>
                  <a:pt x="50" y="175"/>
                  <a:pt x="47" y="180"/>
                  <a:pt x="46" y="186"/>
                </a:cubicBezTo>
                <a:cubicBezTo>
                  <a:pt x="46" y="186"/>
                  <a:pt x="46" y="186"/>
                  <a:pt x="46" y="186"/>
                </a:cubicBezTo>
                <a:cubicBezTo>
                  <a:pt x="45" y="186"/>
                  <a:pt x="45" y="186"/>
                  <a:pt x="45" y="186"/>
                </a:cubicBezTo>
                <a:cubicBezTo>
                  <a:pt x="39" y="183"/>
                  <a:pt x="28" y="176"/>
                  <a:pt x="26" y="171"/>
                </a:cubicBezTo>
                <a:cubicBezTo>
                  <a:pt x="26" y="171"/>
                  <a:pt x="26" y="171"/>
                  <a:pt x="26" y="171"/>
                </a:cubicBezTo>
                <a:cubicBezTo>
                  <a:pt x="25" y="169"/>
                  <a:pt x="28" y="161"/>
                  <a:pt x="31" y="156"/>
                </a:cubicBezTo>
                <a:cubicBezTo>
                  <a:pt x="32" y="155"/>
                  <a:pt x="32" y="155"/>
                  <a:pt x="32" y="155"/>
                </a:cubicBezTo>
                <a:cubicBezTo>
                  <a:pt x="32" y="155"/>
                  <a:pt x="32" y="155"/>
                  <a:pt x="32" y="155"/>
                </a:cubicBezTo>
                <a:cubicBezTo>
                  <a:pt x="52" y="170"/>
                  <a:pt x="52" y="170"/>
                  <a:pt x="52" y="170"/>
                </a:cubicBezTo>
                <a:close/>
                <a:moveTo>
                  <a:pt x="73" y="206"/>
                </a:moveTo>
                <a:cubicBezTo>
                  <a:pt x="73" y="206"/>
                  <a:pt x="73" y="206"/>
                  <a:pt x="73" y="206"/>
                </a:cubicBezTo>
                <a:cubicBezTo>
                  <a:pt x="73" y="206"/>
                  <a:pt x="72" y="206"/>
                  <a:pt x="72" y="206"/>
                </a:cubicBezTo>
                <a:cubicBezTo>
                  <a:pt x="71" y="206"/>
                  <a:pt x="68" y="206"/>
                  <a:pt x="65" y="205"/>
                </a:cubicBezTo>
                <a:cubicBezTo>
                  <a:pt x="60" y="203"/>
                  <a:pt x="57" y="200"/>
                  <a:pt x="57" y="198"/>
                </a:cubicBezTo>
                <a:cubicBezTo>
                  <a:pt x="57" y="197"/>
                  <a:pt x="57" y="196"/>
                  <a:pt x="57" y="195"/>
                </a:cubicBezTo>
                <a:cubicBezTo>
                  <a:pt x="57" y="195"/>
                  <a:pt x="57" y="194"/>
                  <a:pt x="57" y="194"/>
                </a:cubicBezTo>
                <a:cubicBezTo>
                  <a:pt x="58" y="188"/>
                  <a:pt x="62" y="179"/>
                  <a:pt x="65" y="173"/>
                </a:cubicBezTo>
                <a:cubicBezTo>
                  <a:pt x="65" y="173"/>
                  <a:pt x="65" y="173"/>
                  <a:pt x="65" y="173"/>
                </a:cubicBezTo>
                <a:cubicBezTo>
                  <a:pt x="66" y="173"/>
                  <a:pt x="67" y="172"/>
                  <a:pt x="67" y="172"/>
                </a:cubicBezTo>
                <a:cubicBezTo>
                  <a:pt x="67" y="171"/>
                  <a:pt x="68" y="170"/>
                  <a:pt x="68" y="169"/>
                </a:cubicBezTo>
                <a:cubicBezTo>
                  <a:pt x="68" y="169"/>
                  <a:pt x="68" y="169"/>
                  <a:pt x="68" y="169"/>
                </a:cubicBezTo>
                <a:cubicBezTo>
                  <a:pt x="70" y="166"/>
                  <a:pt x="71" y="165"/>
                  <a:pt x="72" y="164"/>
                </a:cubicBezTo>
                <a:cubicBezTo>
                  <a:pt x="76" y="163"/>
                  <a:pt x="84" y="169"/>
                  <a:pt x="85" y="171"/>
                </a:cubicBezTo>
                <a:cubicBezTo>
                  <a:pt x="85" y="172"/>
                  <a:pt x="85" y="172"/>
                  <a:pt x="85" y="172"/>
                </a:cubicBezTo>
                <a:cubicBezTo>
                  <a:pt x="86" y="172"/>
                  <a:pt x="86" y="173"/>
                  <a:pt x="85" y="175"/>
                </a:cubicBezTo>
                <a:cubicBezTo>
                  <a:pt x="85" y="175"/>
                  <a:pt x="85" y="175"/>
                  <a:pt x="85" y="175"/>
                </a:cubicBezTo>
                <a:lnTo>
                  <a:pt x="73" y="206"/>
                </a:lnTo>
                <a:close/>
                <a:moveTo>
                  <a:pt x="110" y="197"/>
                </a:moveTo>
                <a:cubicBezTo>
                  <a:pt x="110" y="197"/>
                  <a:pt x="110" y="197"/>
                  <a:pt x="110" y="197"/>
                </a:cubicBezTo>
                <a:cubicBezTo>
                  <a:pt x="102" y="221"/>
                  <a:pt x="102" y="221"/>
                  <a:pt x="102" y="221"/>
                </a:cubicBezTo>
                <a:cubicBezTo>
                  <a:pt x="102" y="221"/>
                  <a:pt x="102" y="221"/>
                  <a:pt x="102" y="221"/>
                </a:cubicBezTo>
                <a:cubicBezTo>
                  <a:pt x="99" y="221"/>
                  <a:pt x="94" y="220"/>
                  <a:pt x="90" y="217"/>
                </a:cubicBezTo>
                <a:cubicBezTo>
                  <a:pt x="87" y="215"/>
                  <a:pt x="86" y="214"/>
                  <a:pt x="85" y="212"/>
                </a:cubicBezTo>
                <a:cubicBezTo>
                  <a:pt x="85" y="212"/>
                  <a:pt x="85" y="212"/>
                  <a:pt x="85" y="212"/>
                </a:cubicBezTo>
                <a:cubicBezTo>
                  <a:pt x="97" y="181"/>
                  <a:pt x="97" y="181"/>
                  <a:pt x="97" y="181"/>
                </a:cubicBezTo>
                <a:cubicBezTo>
                  <a:pt x="97" y="181"/>
                  <a:pt x="97" y="181"/>
                  <a:pt x="97" y="181"/>
                </a:cubicBezTo>
                <a:cubicBezTo>
                  <a:pt x="103" y="182"/>
                  <a:pt x="109" y="185"/>
                  <a:pt x="110" y="187"/>
                </a:cubicBezTo>
                <a:cubicBezTo>
                  <a:pt x="110" y="187"/>
                  <a:pt x="110" y="187"/>
                  <a:pt x="110" y="187"/>
                </a:cubicBezTo>
                <a:cubicBezTo>
                  <a:pt x="110" y="188"/>
                  <a:pt x="111" y="191"/>
                  <a:pt x="110" y="197"/>
                </a:cubicBezTo>
                <a:close/>
                <a:moveTo>
                  <a:pt x="138" y="218"/>
                </a:moveTo>
                <a:cubicBezTo>
                  <a:pt x="138" y="218"/>
                  <a:pt x="138" y="218"/>
                  <a:pt x="138" y="218"/>
                </a:cubicBezTo>
                <a:cubicBezTo>
                  <a:pt x="138" y="218"/>
                  <a:pt x="138" y="218"/>
                  <a:pt x="138" y="218"/>
                </a:cubicBezTo>
                <a:cubicBezTo>
                  <a:pt x="138" y="219"/>
                  <a:pt x="137" y="219"/>
                  <a:pt x="137" y="219"/>
                </a:cubicBezTo>
                <a:cubicBezTo>
                  <a:pt x="136" y="221"/>
                  <a:pt x="136" y="223"/>
                  <a:pt x="136" y="225"/>
                </a:cubicBezTo>
                <a:cubicBezTo>
                  <a:pt x="136" y="225"/>
                  <a:pt x="136" y="225"/>
                  <a:pt x="136" y="225"/>
                </a:cubicBezTo>
                <a:cubicBezTo>
                  <a:pt x="136" y="225"/>
                  <a:pt x="136" y="225"/>
                  <a:pt x="136" y="225"/>
                </a:cubicBezTo>
                <a:cubicBezTo>
                  <a:pt x="135" y="227"/>
                  <a:pt x="134" y="229"/>
                  <a:pt x="132" y="230"/>
                </a:cubicBezTo>
                <a:cubicBezTo>
                  <a:pt x="131" y="231"/>
                  <a:pt x="130" y="231"/>
                  <a:pt x="128" y="231"/>
                </a:cubicBezTo>
                <a:cubicBezTo>
                  <a:pt x="124" y="231"/>
                  <a:pt x="118" y="228"/>
                  <a:pt x="115" y="225"/>
                </a:cubicBezTo>
                <a:cubicBezTo>
                  <a:pt x="115" y="225"/>
                  <a:pt x="115" y="225"/>
                  <a:pt x="115" y="225"/>
                </a:cubicBezTo>
                <a:cubicBezTo>
                  <a:pt x="115" y="225"/>
                  <a:pt x="115" y="225"/>
                  <a:pt x="115" y="225"/>
                </a:cubicBezTo>
                <a:cubicBezTo>
                  <a:pt x="122" y="201"/>
                  <a:pt x="122" y="201"/>
                  <a:pt x="122" y="201"/>
                </a:cubicBezTo>
                <a:cubicBezTo>
                  <a:pt x="122" y="201"/>
                  <a:pt x="122" y="201"/>
                  <a:pt x="122" y="201"/>
                </a:cubicBezTo>
                <a:cubicBezTo>
                  <a:pt x="124" y="200"/>
                  <a:pt x="127" y="199"/>
                  <a:pt x="129" y="200"/>
                </a:cubicBezTo>
                <a:cubicBezTo>
                  <a:pt x="132" y="200"/>
                  <a:pt x="137" y="201"/>
                  <a:pt x="138" y="205"/>
                </a:cubicBezTo>
                <a:cubicBezTo>
                  <a:pt x="139" y="208"/>
                  <a:pt x="139" y="213"/>
                  <a:pt x="138" y="218"/>
                </a:cubicBezTo>
                <a:close/>
                <a:moveTo>
                  <a:pt x="131" y="187"/>
                </a:moveTo>
                <a:cubicBezTo>
                  <a:pt x="129" y="187"/>
                  <a:pt x="126" y="187"/>
                  <a:pt x="124" y="187"/>
                </a:cubicBezTo>
                <a:cubicBezTo>
                  <a:pt x="123" y="187"/>
                  <a:pt x="123" y="187"/>
                  <a:pt x="123" y="187"/>
                </a:cubicBezTo>
                <a:cubicBezTo>
                  <a:pt x="123" y="187"/>
                  <a:pt x="123" y="187"/>
                  <a:pt x="123" y="187"/>
                </a:cubicBezTo>
                <a:cubicBezTo>
                  <a:pt x="123" y="185"/>
                  <a:pt x="123" y="184"/>
                  <a:pt x="123" y="184"/>
                </a:cubicBezTo>
                <a:cubicBezTo>
                  <a:pt x="121" y="175"/>
                  <a:pt x="109" y="169"/>
                  <a:pt x="98" y="168"/>
                </a:cubicBezTo>
                <a:cubicBezTo>
                  <a:pt x="98" y="168"/>
                  <a:pt x="98" y="168"/>
                  <a:pt x="98" y="168"/>
                </a:cubicBezTo>
                <a:cubicBezTo>
                  <a:pt x="98" y="168"/>
                  <a:pt x="98" y="168"/>
                  <a:pt x="98" y="168"/>
                </a:cubicBezTo>
                <a:cubicBezTo>
                  <a:pt x="98" y="168"/>
                  <a:pt x="98" y="168"/>
                  <a:pt x="98" y="167"/>
                </a:cubicBezTo>
                <a:cubicBezTo>
                  <a:pt x="96" y="162"/>
                  <a:pt x="90" y="156"/>
                  <a:pt x="84" y="154"/>
                </a:cubicBezTo>
                <a:cubicBezTo>
                  <a:pt x="78" y="151"/>
                  <a:pt x="73" y="150"/>
                  <a:pt x="68" y="152"/>
                </a:cubicBezTo>
                <a:cubicBezTo>
                  <a:pt x="65" y="153"/>
                  <a:pt x="63" y="155"/>
                  <a:pt x="60" y="158"/>
                </a:cubicBezTo>
                <a:cubicBezTo>
                  <a:pt x="60" y="159"/>
                  <a:pt x="60" y="159"/>
                  <a:pt x="60" y="159"/>
                </a:cubicBezTo>
                <a:cubicBezTo>
                  <a:pt x="59" y="158"/>
                  <a:pt x="59" y="158"/>
                  <a:pt x="59" y="158"/>
                </a:cubicBezTo>
                <a:cubicBezTo>
                  <a:pt x="15" y="128"/>
                  <a:pt x="15" y="128"/>
                  <a:pt x="15" y="128"/>
                </a:cubicBezTo>
                <a:cubicBezTo>
                  <a:pt x="15" y="128"/>
                  <a:pt x="15" y="128"/>
                  <a:pt x="15" y="128"/>
                </a:cubicBezTo>
                <a:cubicBezTo>
                  <a:pt x="50" y="32"/>
                  <a:pt x="50" y="32"/>
                  <a:pt x="50" y="32"/>
                </a:cubicBezTo>
                <a:cubicBezTo>
                  <a:pt x="107" y="32"/>
                  <a:pt x="107" y="32"/>
                  <a:pt x="107" y="32"/>
                </a:cubicBezTo>
                <a:cubicBezTo>
                  <a:pt x="107" y="32"/>
                  <a:pt x="107" y="32"/>
                  <a:pt x="107" y="32"/>
                </a:cubicBezTo>
                <a:cubicBezTo>
                  <a:pt x="82" y="90"/>
                  <a:pt x="82" y="90"/>
                  <a:pt x="82" y="90"/>
                </a:cubicBezTo>
                <a:cubicBezTo>
                  <a:pt x="82" y="90"/>
                  <a:pt x="82" y="91"/>
                  <a:pt x="82" y="91"/>
                </a:cubicBezTo>
                <a:cubicBezTo>
                  <a:pt x="82" y="92"/>
                  <a:pt x="79" y="101"/>
                  <a:pt x="86" y="108"/>
                </a:cubicBezTo>
                <a:cubicBezTo>
                  <a:pt x="91" y="115"/>
                  <a:pt x="100" y="117"/>
                  <a:pt x="113" y="116"/>
                </a:cubicBezTo>
                <a:cubicBezTo>
                  <a:pt x="135" y="114"/>
                  <a:pt x="142" y="101"/>
                  <a:pt x="148" y="91"/>
                </a:cubicBezTo>
                <a:cubicBezTo>
                  <a:pt x="150" y="86"/>
                  <a:pt x="152" y="82"/>
                  <a:pt x="155" y="79"/>
                </a:cubicBezTo>
                <a:cubicBezTo>
                  <a:pt x="164" y="72"/>
                  <a:pt x="174" y="70"/>
                  <a:pt x="187" y="74"/>
                </a:cubicBezTo>
                <a:cubicBezTo>
                  <a:pt x="193" y="75"/>
                  <a:pt x="214" y="96"/>
                  <a:pt x="231" y="115"/>
                </a:cubicBezTo>
                <a:cubicBezTo>
                  <a:pt x="231" y="115"/>
                  <a:pt x="231" y="115"/>
                  <a:pt x="231" y="115"/>
                </a:cubicBezTo>
                <a:cubicBezTo>
                  <a:pt x="272" y="155"/>
                  <a:pt x="272" y="155"/>
                  <a:pt x="272" y="155"/>
                </a:cubicBezTo>
                <a:cubicBezTo>
                  <a:pt x="272" y="155"/>
                  <a:pt x="272" y="155"/>
                  <a:pt x="272" y="155"/>
                </a:cubicBezTo>
                <a:cubicBezTo>
                  <a:pt x="271" y="159"/>
                  <a:pt x="268" y="164"/>
                  <a:pt x="264" y="167"/>
                </a:cubicBezTo>
                <a:cubicBezTo>
                  <a:pt x="261" y="170"/>
                  <a:pt x="257" y="172"/>
                  <a:pt x="254" y="172"/>
                </a:cubicBezTo>
                <a:cubicBezTo>
                  <a:pt x="254" y="172"/>
                  <a:pt x="254" y="172"/>
                  <a:pt x="254" y="172"/>
                </a:cubicBezTo>
                <a:cubicBezTo>
                  <a:pt x="253" y="172"/>
                  <a:pt x="253" y="172"/>
                  <a:pt x="253" y="172"/>
                </a:cubicBezTo>
                <a:cubicBezTo>
                  <a:pt x="220" y="145"/>
                  <a:pt x="220" y="145"/>
                  <a:pt x="220" y="145"/>
                </a:cubicBezTo>
                <a:cubicBezTo>
                  <a:pt x="217" y="142"/>
                  <a:pt x="212" y="135"/>
                  <a:pt x="212" y="132"/>
                </a:cubicBezTo>
                <a:cubicBezTo>
                  <a:pt x="212" y="128"/>
                  <a:pt x="209" y="126"/>
                  <a:pt x="205" y="126"/>
                </a:cubicBezTo>
                <a:cubicBezTo>
                  <a:pt x="205" y="126"/>
                  <a:pt x="205" y="126"/>
                  <a:pt x="205" y="126"/>
                </a:cubicBezTo>
                <a:cubicBezTo>
                  <a:pt x="201" y="126"/>
                  <a:pt x="199" y="129"/>
                  <a:pt x="199" y="133"/>
                </a:cubicBezTo>
                <a:cubicBezTo>
                  <a:pt x="200" y="142"/>
                  <a:pt x="209" y="152"/>
                  <a:pt x="211" y="154"/>
                </a:cubicBezTo>
                <a:cubicBezTo>
                  <a:pt x="211" y="155"/>
                  <a:pt x="211" y="155"/>
                  <a:pt x="212" y="155"/>
                </a:cubicBezTo>
                <a:cubicBezTo>
                  <a:pt x="245" y="182"/>
                  <a:pt x="245" y="182"/>
                  <a:pt x="245" y="182"/>
                </a:cubicBezTo>
                <a:cubicBezTo>
                  <a:pt x="245" y="182"/>
                  <a:pt x="245" y="183"/>
                  <a:pt x="246" y="183"/>
                </a:cubicBezTo>
                <a:cubicBezTo>
                  <a:pt x="246" y="183"/>
                  <a:pt x="246" y="183"/>
                  <a:pt x="246" y="183"/>
                </a:cubicBezTo>
                <a:cubicBezTo>
                  <a:pt x="246" y="183"/>
                  <a:pt x="246" y="183"/>
                  <a:pt x="246" y="183"/>
                </a:cubicBezTo>
                <a:cubicBezTo>
                  <a:pt x="245" y="186"/>
                  <a:pt x="243" y="189"/>
                  <a:pt x="240" y="192"/>
                </a:cubicBezTo>
                <a:cubicBezTo>
                  <a:pt x="236" y="195"/>
                  <a:pt x="232" y="197"/>
                  <a:pt x="228" y="197"/>
                </a:cubicBezTo>
                <a:cubicBezTo>
                  <a:pt x="228" y="197"/>
                  <a:pt x="228" y="197"/>
                  <a:pt x="228" y="197"/>
                </a:cubicBezTo>
                <a:cubicBezTo>
                  <a:pt x="228" y="197"/>
                  <a:pt x="228" y="197"/>
                  <a:pt x="228" y="197"/>
                </a:cubicBezTo>
                <a:cubicBezTo>
                  <a:pt x="193" y="168"/>
                  <a:pt x="193" y="168"/>
                  <a:pt x="193" y="168"/>
                </a:cubicBezTo>
                <a:cubicBezTo>
                  <a:pt x="192" y="167"/>
                  <a:pt x="190" y="167"/>
                  <a:pt x="188" y="167"/>
                </a:cubicBezTo>
                <a:cubicBezTo>
                  <a:pt x="186" y="167"/>
                  <a:pt x="185" y="168"/>
                  <a:pt x="184" y="169"/>
                </a:cubicBezTo>
                <a:cubicBezTo>
                  <a:pt x="183" y="171"/>
                  <a:pt x="182" y="172"/>
                  <a:pt x="182" y="174"/>
                </a:cubicBezTo>
                <a:cubicBezTo>
                  <a:pt x="182" y="176"/>
                  <a:pt x="183" y="177"/>
                  <a:pt x="185" y="178"/>
                </a:cubicBezTo>
                <a:cubicBezTo>
                  <a:pt x="219" y="206"/>
                  <a:pt x="219" y="206"/>
                  <a:pt x="219" y="206"/>
                </a:cubicBezTo>
                <a:cubicBezTo>
                  <a:pt x="219" y="206"/>
                  <a:pt x="219" y="206"/>
                  <a:pt x="219" y="206"/>
                </a:cubicBezTo>
                <a:cubicBezTo>
                  <a:pt x="218" y="210"/>
                  <a:pt x="216" y="213"/>
                  <a:pt x="213" y="215"/>
                </a:cubicBezTo>
                <a:cubicBezTo>
                  <a:pt x="211" y="218"/>
                  <a:pt x="207" y="219"/>
                  <a:pt x="204" y="219"/>
                </a:cubicBezTo>
                <a:cubicBezTo>
                  <a:pt x="204" y="219"/>
                  <a:pt x="204" y="219"/>
                  <a:pt x="204" y="219"/>
                </a:cubicBezTo>
                <a:cubicBezTo>
                  <a:pt x="204" y="219"/>
                  <a:pt x="204" y="219"/>
                  <a:pt x="204" y="219"/>
                </a:cubicBezTo>
                <a:cubicBezTo>
                  <a:pt x="171" y="194"/>
                  <a:pt x="171" y="194"/>
                  <a:pt x="171" y="194"/>
                </a:cubicBezTo>
                <a:cubicBezTo>
                  <a:pt x="170" y="193"/>
                  <a:pt x="168" y="193"/>
                  <a:pt x="166" y="193"/>
                </a:cubicBezTo>
                <a:cubicBezTo>
                  <a:pt x="165" y="193"/>
                  <a:pt x="163" y="194"/>
                  <a:pt x="162" y="196"/>
                </a:cubicBezTo>
                <a:cubicBezTo>
                  <a:pt x="161" y="197"/>
                  <a:pt x="161" y="199"/>
                  <a:pt x="161" y="201"/>
                </a:cubicBezTo>
                <a:cubicBezTo>
                  <a:pt x="161" y="202"/>
                  <a:pt x="162" y="204"/>
                  <a:pt x="163" y="205"/>
                </a:cubicBezTo>
                <a:cubicBezTo>
                  <a:pt x="188" y="224"/>
                  <a:pt x="188" y="224"/>
                  <a:pt x="188" y="224"/>
                </a:cubicBezTo>
                <a:cubicBezTo>
                  <a:pt x="188" y="224"/>
                  <a:pt x="188" y="224"/>
                  <a:pt x="188" y="224"/>
                </a:cubicBezTo>
                <a:cubicBezTo>
                  <a:pt x="187" y="224"/>
                  <a:pt x="186" y="225"/>
                  <a:pt x="185" y="225"/>
                </a:cubicBezTo>
                <a:cubicBezTo>
                  <a:pt x="182" y="225"/>
                  <a:pt x="179" y="226"/>
                  <a:pt x="176" y="226"/>
                </a:cubicBezTo>
                <a:cubicBezTo>
                  <a:pt x="168" y="226"/>
                  <a:pt x="158" y="223"/>
                  <a:pt x="151" y="220"/>
                </a:cubicBezTo>
                <a:cubicBezTo>
                  <a:pt x="151" y="220"/>
                  <a:pt x="151" y="220"/>
                  <a:pt x="151" y="220"/>
                </a:cubicBezTo>
                <a:cubicBezTo>
                  <a:pt x="151" y="220"/>
                  <a:pt x="151" y="220"/>
                  <a:pt x="151" y="220"/>
                </a:cubicBezTo>
                <a:cubicBezTo>
                  <a:pt x="153" y="212"/>
                  <a:pt x="152" y="205"/>
                  <a:pt x="151" y="201"/>
                </a:cubicBezTo>
                <a:cubicBezTo>
                  <a:pt x="149" y="193"/>
                  <a:pt x="141" y="188"/>
                  <a:pt x="131" y="18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E8D8CA6-2132-3B4A-BC60-9F91E4B1458B}"/>
              </a:ext>
            </a:extLst>
          </p:cNvPr>
          <p:cNvGrpSpPr/>
          <p:nvPr userDrawn="1"/>
        </p:nvGrpSpPr>
        <p:grpSpPr>
          <a:xfrm>
            <a:off x="380999" y="1577830"/>
            <a:ext cx="11429980" cy="4734070"/>
            <a:chOff x="380999" y="1577845"/>
            <a:chExt cx="11520823" cy="5122866"/>
          </a:xfrm>
          <a:noFill/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AE293C8-14C3-874B-8890-DD874D9F5187}"/>
                </a:ext>
              </a:extLst>
            </p:cNvPr>
            <p:cNvSpPr/>
            <p:nvPr userDrawn="1"/>
          </p:nvSpPr>
          <p:spPr>
            <a:xfrm>
              <a:off x="380999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956D8B7-72A3-4147-AD60-AFE0126E0C59}"/>
                </a:ext>
              </a:extLst>
            </p:cNvPr>
            <p:cNvSpPr/>
            <p:nvPr userDrawn="1"/>
          </p:nvSpPr>
          <p:spPr>
            <a:xfrm>
              <a:off x="1661715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88FFDCF-08AC-A745-A14B-1FB83D20EF87}"/>
                </a:ext>
              </a:extLst>
            </p:cNvPr>
            <p:cNvSpPr/>
            <p:nvPr userDrawn="1"/>
          </p:nvSpPr>
          <p:spPr>
            <a:xfrm>
              <a:off x="2942432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2B6DE6F-DAF8-E246-AB81-6B639342348F}"/>
                </a:ext>
              </a:extLst>
            </p:cNvPr>
            <p:cNvSpPr/>
            <p:nvPr userDrawn="1"/>
          </p:nvSpPr>
          <p:spPr>
            <a:xfrm>
              <a:off x="4223148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3841CF2-263C-B04E-9960-36397C49999B}"/>
                </a:ext>
              </a:extLst>
            </p:cNvPr>
            <p:cNvSpPr/>
            <p:nvPr userDrawn="1"/>
          </p:nvSpPr>
          <p:spPr>
            <a:xfrm>
              <a:off x="5503865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2987178-6410-AF4D-A95C-0F3F1BDEE23D}"/>
                </a:ext>
              </a:extLst>
            </p:cNvPr>
            <p:cNvSpPr/>
            <p:nvPr userDrawn="1"/>
          </p:nvSpPr>
          <p:spPr>
            <a:xfrm>
              <a:off x="380999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970435B-0CE9-444F-B4A6-D7E0FE1E8098}"/>
                </a:ext>
              </a:extLst>
            </p:cNvPr>
            <p:cNvSpPr/>
            <p:nvPr userDrawn="1"/>
          </p:nvSpPr>
          <p:spPr>
            <a:xfrm>
              <a:off x="1661715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637EA29-2A06-9242-B2F2-EA7F43329956}"/>
                </a:ext>
              </a:extLst>
            </p:cNvPr>
            <p:cNvSpPr/>
            <p:nvPr userDrawn="1"/>
          </p:nvSpPr>
          <p:spPr>
            <a:xfrm>
              <a:off x="2942432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A48AEFC-712D-D044-81E5-6C1E41110759}"/>
                </a:ext>
              </a:extLst>
            </p:cNvPr>
            <p:cNvSpPr/>
            <p:nvPr userDrawn="1"/>
          </p:nvSpPr>
          <p:spPr>
            <a:xfrm>
              <a:off x="4223148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7CBE003-D5E8-864C-98FA-9796248CE2AC}"/>
                </a:ext>
              </a:extLst>
            </p:cNvPr>
            <p:cNvSpPr/>
            <p:nvPr userDrawn="1"/>
          </p:nvSpPr>
          <p:spPr>
            <a:xfrm>
              <a:off x="5503865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ADE82A5-95E4-6C4B-B11D-D53B6705F30D}"/>
                </a:ext>
              </a:extLst>
            </p:cNvPr>
            <p:cNvSpPr/>
            <p:nvPr userDrawn="1"/>
          </p:nvSpPr>
          <p:spPr>
            <a:xfrm>
              <a:off x="380999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D3153DA-7E96-5A48-85FB-7AA1D84749D2}"/>
                </a:ext>
              </a:extLst>
            </p:cNvPr>
            <p:cNvSpPr/>
            <p:nvPr userDrawn="1"/>
          </p:nvSpPr>
          <p:spPr>
            <a:xfrm>
              <a:off x="1661715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84E1B72-B1CA-DE40-964D-0211741FA050}"/>
                </a:ext>
              </a:extLst>
            </p:cNvPr>
            <p:cNvSpPr/>
            <p:nvPr userDrawn="1"/>
          </p:nvSpPr>
          <p:spPr>
            <a:xfrm>
              <a:off x="2942432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EDEA1F2-0336-5941-9F8D-A8F560A28115}"/>
                </a:ext>
              </a:extLst>
            </p:cNvPr>
            <p:cNvSpPr/>
            <p:nvPr userDrawn="1"/>
          </p:nvSpPr>
          <p:spPr>
            <a:xfrm>
              <a:off x="4223148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57AB087-9AA7-2D4E-A82A-605B50372D51}"/>
                </a:ext>
              </a:extLst>
            </p:cNvPr>
            <p:cNvSpPr/>
            <p:nvPr userDrawn="1"/>
          </p:nvSpPr>
          <p:spPr>
            <a:xfrm>
              <a:off x="5503865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F447629-D1B9-0546-851F-E0D5ED605B7A}"/>
                </a:ext>
              </a:extLst>
            </p:cNvPr>
            <p:cNvSpPr/>
            <p:nvPr userDrawn="1"/>
          </p:nvSpPr>
          <p:spPr>
            <a:xfrm>
              <a:off x="6784581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E9B1291-33A4-EE48-806C-B5D7A1613345}"/>
                </a:ext>
              </a:extLst>
            </p:cNvPr>
            <p:cNvSpPr/>
            <p:nvPr userDrawn="1"/>
          </p:nvSpPr>
          <p:spPr>
            <a:xfrm>
              <a:off x="6784581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9CEBC75-F9B2-DF40-8FAB-B56A760AED4B}"/>
                </a:ext>
              </a:extLst>
            </p:cNvPr>
            <p:cNvSpPr/>
            <p:nvPr userDrawn="1"/>
          </p:nvSpPr>
          <p:spPr>
            <a:xfrm>
              <a:off x="6784581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E5FF759-951A-054F-9F4A-482FE7225052}"/>
                </a:ext>
              </a:extLst>
            </p:cNvPr>
            <p:cNvSpPr/>
            <p:nvPr userDrawn="1"/>
          </p:nvSpPr>
          <p:spPr>
            <a:xfrm>
              <a:off x="8065298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0EB0590-F226-6748-B645-71C913F9B674}"/>
                </a:ext>
              </a:extLst>
            </p:cNvPr>
            <p:cNvSpPr/>
            <p:nvPr userDrawn="1"/>
          </p:nvSpPr>
          <p:spPr>
            <a:xfrm>
              <a:off x="8065298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D31B860-B762-A94B-B4E7-355AC4826289}"/>
                </a:ext>
              </a:extLst>
            </p:cNvPr>
            <p:cNvSpPr/>
            <p:nvPr userDrawn="1"/>
          </p:nvSpPr>
          <p:spPr>
            <a:xfrm>
              <a:off x="8065298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82F9D60-F80B-2F4A-9903-3996F96A22C1}"/>
                </a:ext>
              </a:extLst>
            </p:cNvPr>
            <p:cNvSpPr/>
            <p:nvPr userDrawn="1"/>
          </p:nvSpPr>
          <p:spPr>
            <a:xfrm>
              <a:off x="380999" y="5419994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9C6B9A7-FBBB-F541-A935-BD7AF34D2A23}"/>
                </a:ext>
              </a:extLst>
            </p:cNvPr>
            <p:cNvSpPr/>
            <p:nvPr userDrawn="1"/>
          </p:nvSpPr>
          <p:spPr>
            <a:xfrm>
              <a:off x="1661715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53EEC05-B7DA-1540-9D32-177152835D78}"/>
                </a:ext>
              </a:extLst>
            </p:cNvPr>
            <p:cNvSpPr/>
            <p:nvPr userDrawn="1"/>
          </p:nvSpPr>
          <p:spPr>
            <a:xfrm>
              <a:off x="2942432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FF87792-0038-E245-A756-AFA193BEC33C}"/>
                </a:ext>
              </a:extLst>
            </p:cNvPr>
            <p:cNvSpPr/>
            <p:nvPr userDrawn="1"/>
          </p:nvSpPr>
          <p:spPr>
            <a:xfrm>
              <a:off x="4223148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63EA47D-7036-6149-BFDD-AE64B4F0440E}"/>
                </a:ext>
              </a:extLst>
            </p:cNvPr>
            <p:cNvSpPr/>
            <p:nvPr userDrawn="1"/>
          </p:nvSpPr>
          <p:spPr>
            <a:xfrm>
              <a:off x="5503865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4CBC1BB-E618-4143-8102-0EE9DB6F72F6}"/>
                </a:ext>
              </a:extLst>
            </p:cNvPr>
            <p:cNvSpPr/>
            <p:nvPr userDrawn="1"/>
          </p:nvSpPr>
          <p:spPr>
            <a:xfrm>
              <a:off x="6784581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6302F22-33DC-404D-B9F7-4999125BE1C0}"/>
                </a:ext>
              </a:extLst>
            </p:cNvPr>
            <p:cNvSpPr/>
            <p:nvPr userDrawn="1"/>
          </p:nvSpPr>
          <p:spPr>
            <a:xfrm>
              <a:off x="8065298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3913E2F-D6C7-6E4C-AF84-F30990D1C5F1}"/>
                </a:ext>
              </a:extLst>
            </p:cNvPr>
            <p:cNvSpPr/>
            <p:nvPr userDrawn="1"/>
          </p:nvSpPr>
          <p:spPr>
            <a:xfrm>
              <a:off x="9343202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8F6AD2D-9784-F642-A106-04B3A189A305}"/>
                </a:ext>
              </a:extLst>
            </p:cNvPr>
            <p:cNvSpPr/>
            <p:nvPr userDrawn="1"/>
          </p:nvSpPr>
          <p:spPr>
            <a:xfrm>
              <a:off x="9343202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5BAA71B-3977-2C45-BFCD-DD42EE282F3A}"/>
                </a:ext>
              </a:extLst>
            </p:cNvPr>
            <p:cNvSpPr/>
            <p:nvPr userDrawn="1"/>
          </p:nvSpPr>
          <p:spPr>
            <a:xfrm>
              <a:off x="9343202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009A6B8D-0BC6-844C-98BC-26714B74B89C}"/>
                </a:ext>
              </a:extLst>
            </p:cNvPr>
            <p:cNvSpPr/>
            <p:nvPr userDrawn="1"/>
          </p:nvSpPr>
          <p:spPr>
            <a:xfrm>
              <a:off x="9343202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8F3FD9C-200A-6341-94B3-0C1EB6DACAB0}"/>
                </a:ext>
              </a:extLst>
            </p:cNvPr>
            <p:cNvSpPr/>
            <p:nvPr userDrawn="1"/>
          </p:nvSpPr>
          <p:spPr>
            <a:xfrm>
              <a:off x="10621105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38373EE-C7AD-A948-BF2D-EFDCBD86A63D}"/>
                </a:ext>
              </a:extLst>
            </p:cNvPr>
            <p:cNvSpPr/>
            <p:nvPr userDrawn="1"/>
          </p:nvSpPr>
          <p:spPr>
            <a:xfrm>
              <a:off x="10621105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D9BF3B8-1553-CB43-861A-0C55AC833BFD}"/>
                </a:ext>
              </a:extLst>
            </p:cNvPr>
            <p:cNvSpPr/>
            <p:nvPr userDrawn="1"/>
          </p:nvSpPr>
          <p:spPr>
            <a:xfrm>
              <a:off x="10621105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6D0F4D3-BA10-E141-99A5-7B49C20DF11A}"/>
                </a:ext>
              </a:extLst>
            </p:cNvPr>
            <p:cNvSpPr/>
            <p:nvPr userDrawn="1"/>
          </p:nvSpPr>
          <p:spPr>
            <a:xfrm>
              <a:off x="10621105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</p:grpSp>
      <p:sp>
        <p:nvSpPr>
          <p:cNvPr id="37" name="Freeform 69">
            <a:extLst>
              <a:ext uri="{FF2B5EF4-FFF2-40B4-BE49-F238E27FC236}">
                <a16:creationId xmlns:a16="http://schemas.microsoft.com/office/drawing/2014/main" id="{3634B592-2BB6-5C4B-A72F-5EE93BA6F81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325653" y="1967482"/>
            <a:ext cx="499664" cy="424950"/>
          </a:xfrm>
          <a:custGeom>
            <a:avLst/>
            <a:gdLst>
              <a:gd name="T0" fmla="*/ 90 w 289"/>
              <a:gd name="T1" fmla="*/ 246 h 246"/>
              <a:gd name="T2" fmla="*/ 86 w 289"/>
              <a:gd name="T3" fmla="*/ 244 h 246"/>
              <a:gd name="T4" fmla="*/ 2 w 289"/>
              <a:gd name="T5" fmla="*/ 160 h 246"/>
              <a:gd name="T6" fmla="*/ 2 w 289"/>
              <a:gd name="T7" fmla="*/ 152 h 246"/>
              <a:gd name="T8" fmla="*/ 44 w 289"/>
              <a:gd name="T9" fmla="*/ 110 h 246"/>
              <a:gd name="T10" fmla="*/ 53 w 289"/>
              <a:gd name="T11" fmla="*/ 110 h 246"/>
              <a:gd name="T12" fmla="*/ 90 w 289"/>
              <a:gd name="T13" fmla="*/ 148 h 246"/>
              <a:gd name="T14" fmla="*/ 236 w 289"/>
              <a:gd name="T15" fmla="*/ 2 h 246"/>
              <a:gd name="T16" fmla="*/ 245 w 289"/>
              <a:gd name="T17" fmla="*/ 2 h 246"/>
              <a:gd name="T18" fmla="*/ 287 w 289"/>
              <a:gd name="T19" fmla="*/ 44 h 246"/>
              <a:gd name="T20" fmla="*/ 287 w 289"/>
              <a:gd name="T21" fmla="*/ 52 h 246"/>
              <a:gd name="T22" fmla="*/ 95 w 289"/>
              <a:gd name="T23" fmla="*/ 244 h 246"/>
              <a:gd name="T24" fmla="*/ 90 w 289"/>
              <a:gd name="T25" fmla="*/ 246 h 246"/>
              <a:gd name="T26" fmla="*/ 15 w 289"/>
              <a:gd name="T27" fmla="*/ 156 h 246"/>
              <a:gd name="T28" fmla="*/ 90 w 289"/>
              <a:gd name="T29" fmla="*/ 232 h 246"/>
              <a:gd name="T30" fmla="*/ 274 w 289"/>
              <a:gd name="T31" fmla="*/ 48 h 246"/>
              <a:gd name="T32" fmla="*/ 240 w 289"/>
              <a:gd name="T33" fmla="*/ 15 h 246"/>
              <a:gd name="T34" fmla="*/ 95 w 289"/>
              <a:gd name="T35" fmla="*/ 160 h 246"/>
              <a:gd name="T36" fmla="*/ 86 w 289"/>
              <a:gd name="T37" fmla="*/ 160 h 246"/>
              <a:gd name="T38" fmla="*/ 48 w 289"/>
              <a:gd name="T39" fmla="*/ 123 h 246"/>
              <a:gd name="T40" fmla="*/ 15 w 289"/>
              <a:gd name="T41" fmla="*/ 156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89" h="246">
                <a:moveTo>
                  <a:pt x="90" y="246"/>
                </a:moveTo>
                <a:cubicBezTo>
                  <a:pt x="89" y="246"/>
                  <a:pt x="87" y="246"/>
                  <a:pt x="86" y="244"/>
                </a:cubicBezTo>
                <a:cubicBezTo>
                  <a:pt x="2" y="160"/>
                  <a:pt x="2" y="160"/>
                  <a:pt x="2" y="160"/>
                </a:cubicBezTo>
                <a:cubicBezTo>
                  <a:pt x="0" y="158"/>
                  <a:pt x="0" y="154"/>
                  <a:pt x="2" y="152"/>
                </a:cubicBezTo>
                <a:cubicBezTo>
                  <a:pt x="44" y="110"/>
                  <a:pt x="44" y="110"/>
                  <a:pt x="44" y="110"/>
                </a:cubicBezTo>
                <a:cubicBezTo>
                  <a:pt x="47" y="108"/>
                  <a:pt x="50" y="108"/>
                  <a:pt x="53" y="110"/>
                </a:cubicBezTo>
                <a:cubicBezTo>
                  <a:pt x="90" y="148"/>
                  <a:pt x="90" y="148"/>
                  <a:pt x="90" y="148"/>
                </a:cubicBezTo>
                <a:cubicBezTo>
                  <a:pt x="236" y="2"/>
                  <a:pt x="236" y="2"/>
                  <a:pt x="236" y="2"/>
                </a:cubicBezTo>
                <a:cubicBezTo>
                  <a:pt x="239" y="0"/>
                  <a:pt x="242" y="0"/>
                  <a:pt x="245" y="2"/>
                </a:cubicBezTo>
                <a:cubicBezTo>
                  <a:pt x="287" y="44"/>
                  <a:pt x="287" y="44"/>
                  <a:pt x="287" y="44"/>
                </a:cubicBezTo>
                <a:cubicBezTo>
                  <a:pt x="289" y="46"/>
                  <a:pt x="289" y="50"/>
                  <a:pt x="287" y="52"/>
                </a:cubicBezTo>
                <a:cubicBezTo>
                  <a:pt x="95" y="244"/>
                  <a:pt x="95" y="244"/>
                  <a:pt x="95" y="244"/>
                </a:cubicBezTo>
                <a:cubicBezTo>
                  <a:pt x="94" y="246"/>
                  <a:pt x="92" y="246"/>
                  <a:pt x="90" y="246"/>
                </a:cubicBezTo>
                <a:close/>
                <a:moveTo>
                  <a:pt x="15" y="156"/>
                </a:moveTo>
                <a:cubicBezTo>
                  <a:pt x="90" y="232"/>
                  <a:pt x="90" y="232"/>
                  <a:pt x="90" y="232"/>
                </a:cubicBezTo>
                <a:cubicBezTo>
                  <a:pt x="274" y="48"/>
                  <a:pt x="274" y="48"/>
                  <a:pt x="274" y="48"/>
                </a:cubicBezTo>
                <a:cubicBezTo>
                  <a:pt x="240" y="15"/>
                  <a:pt x="240" y="15"/>
                  <a:pt x="240" y="15"/>
                </a:cubicBezTo>
                <a:cubicBezTo>
                  <a:pt x="95" y="160"/>
                  <a:pt x="95" y="160"/>
                  <a:pt x="95" y="160"/>
                </a:cubicBezTo>
                <a:cubicBezTo>
                  <a:pt x="92" y="163"/>
                  <a:pt x="89" y="163"/>
                  <a:pt x="86" y="160"/>
                </a:cubicBezTo>
                <a:cubicBezTo>
                  <a:pt x="48" y="123"/>
                  <a:pt x="48" y="123"/>
                  <a:pt x="48" y="123"/>
                </a:cubicBezTo>
                <a:lnTo>
                  <a:pt x="15" y="1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2"/>
              </a:solidFill>
              <a:latin typeface="+mj-lt"/>
            </a:endParaRPr>
          </a:p>
        </p:txBody>
      </p:sp>
      <p:grpSp>
        <p:nvGrpSpPr>
          <p:cNvPr id="91" name="Group 98">
            <a:extLst>
              <a:ext uri="{FF2B5EF4-FFF2-40B4-BE49-F238E27FC236}">
                <a16:creationId xmlns:a16="http://schemas.microsoft.com/office/drawing/2014/main" id="{9AC922D9-7CEE-B448-86D3-66DA557B7FF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084826" y="5548256"/>
            <a:ext cx="448560" cy="372925"/>
            <a:chOff x="1371" y="1755"/>
            <a:chExt cx="427" cy="355"/>
          </a:xfrm>
          <a:solidFill>
            <a:schemeClr val="accent1"/>
          </a:solidFill>
        </p:grpSpPr>
        <p:sp>
          <p:nvSpPr>
            <p:cNvPr id="92" name="Freeform 99">
              <a:extLst>
                <a:ext uri="{FF2B5EF4-FFF2-40B4-BE49-F238E27FC236}">
                  <a16:creationId xmlns:a16="http://schemas.microsoft.com/office/drawing/2014/main" id="{6DD3FF56-53E8-3945-A690-6D0C81F640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71" y="1755"/>
              <a:ext cx="427" cy="355"/>
            </a:xfrm>
            <a:custGeom>
              <a:avLst/>
              <a:gdLst>
                <a:gd name="T0" fmla="*/ 282 w 288"/>
                <a:gd name="T1" fmla="*/ 240 h 240"/>
                <a:gd name="T2" fmla="*/ 6 w 288"/>
                <a:gd name="T3" fmla="*/ 240 h 240"/>
                <a:gd name="T4" fmla="*/ 0 w 288"/>
                <a:gd name="T5" fmla="*/ 234 h 240"/>
                <a:gd name="T6" fmla="*/ 0 w 288"/>
                <a:gd name="T7" fmla="*/ 6 h 240"/>
                <a:gd name="T8" fmla="*/ 6 w 288"/>
                <a:gd name="T9" fmla="*/ 0 h 240"/>
                <a:gd name="T10" fmla="*/ 282 w 288"/>
                <a:gd name="T11" fmla="*/ 0 h 240"/>
                <a:gd name="T12" fmla="*/ 288 w 288"/>
                <a:gd name="T13" fmla="*/ 6 h 240"/>
                <a:gd name="T14" fmla="*/ 288 w 288"/>
                <a:gd name="T15" fmla="*/ 234 h 240"/>
                <a:gd name="T16" fmla="*/ 282 w 288"/>
                <a:gd name="T17" fmla="*/ 240 h 240"/>
                <a:gd name="T18" fmla="*/ 12 w 288"/>
                <a:gd name="T19" fmla="*/ 228 h 240"/>
                <a:gd name="T20" fmla="*/ 276 w 288"/>
                <a:gd name="T21" fmla="*/ 228 h 240"/>
                <a:gd name="T22" fmla="*/ 276 w 288"/>
                <a:gd name="T23" fmla="*/ 12 h 240"/>
                <a:gd name="T24" fmla="*/ 12 w 288"/>
                <a:gd name="T25" fmla="*/ 12 h 240"/>
                <a:gd name="T26" fmla="*/ 12 w 288"/>
                <a:gd name="T27" fmla="*/ 228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8" h="240">
                  <a:moveTo>
                    <a:pt x="282" y="240"/>
                  </a:moveTo>
                  <a:cubicBezTo>
                    <a:pt x="6" y="240"/>
                    <a:pt x="6" y="240"/>
                    <a:pt x="6" y="240"/>
                  </a:cubicBezTo>
                  <a:cubicBezTo>
                    <a:pt x="3" y="240"/>
                    <a:pt x="0" y="237"/>
                    <a:pt x="0" y="23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5" y="0"/>
                    <a:pt x="288" y="3"/>
                    <a:pt x="288" y="6"/>
                  </a:cubicBezTo>
                  <a:cubicBezTo>
                    <a:pt x="288" y="234"/>
                    <a:pt x="288" y="234"/>
                    <a:pt x="288" y="234"/>
                  </a:cubicBezTo>
                  <a:cubicBezTo>
                    <a:pt x="288" y="237"/>
                    <a:pt x="285" y="240"/>
                    <a:pt x="282" y="240"/>
                  </a:cubicBezTo>
                  <a:close/>
                  <a:moveTo>
                    <a:pt x="12" y="228"/>
                  </a:moveTo>
                  <a:cubicBezTo>
                    <a:pt x="276" y="228"/>
                    <a:pt x="276" y="228"/>
                    <a:pt x="276" y="228"/>
                  </a:cubicBezTo>
                  <a:cubicBezTo>
                    <a:pt x="276" y="12"/>
                    <a:pt x="276" y="12"/>
                    <a:pt x="27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3" name="Freeform 100">
              <a:extLst>
                <a:ext uri="{FF2B5EF4-FFF2-40B4-BE49-F238E27FC236}">
                  <a16:creationId xmlns:a16="http://schemas.microsoft.com/office/drawing/2014/main" id="{B9DD30D6-7FC5-4E4B-AA29-A488CEB798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7" y="1790"/>
              <a:ext cx="71" cy="71"/>
            </a:xfrm>
            <a:custGeom>
              <a:avLst/>
              <a:gdLst>
                <a:gd name="T0" fmla="*/ 6 w 48"/>
                <a:gd name="T1" fmla="*/ 48 h 48"/>
                <a:gd name="T2" fmla="*/ 0 w 48"/>
                <a:gd name="T3" fmla="*/ 42 h 48"/>
                <a:gd name="T4" fmla="*/ 0 w 48"/>
                <a:gd name="T5" fmla="*/ 6 h 48"/>
                <a:gd name="T6" fmla="*/ 6 w 48"/>
                <a:gd name="T7" fmla="*/ 0 h 48"/>
                <a:gd name="T8" fmla="*/ 42 w 48"/>
                <a:gd name="T9" fmla="*/ 0 h 48"/>
                <a:gd name="T10" fmla="*/ 48 w 48"/>
                <a:gd name="T11" fmla="*/ 6 h 48"/>
                <a:gd name="T12" fmla="*/ 42 w 48"/>
                <a:gd name="T13" fmla="*/ 12 h 48"/>
                <a:gd name="T14" fmla="*/ 12 w 48"/>
                <a:gd name="T15" fmla="*/ 12 h 48"/>
                <a:gd name="T16" fmla="*/ 12 w 48"/>
                <a:gd name="T17" fmla="*/ 42 h 48"/>
                <a:gd name="T18" fmla="*/ 6 w 48"/>
                <a:gd name="T1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9"/>
                    <a:pt x="45" y="12"/>
                    <a:pt x="42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9" y="48"/>
                    <a:pt x="6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4" name="Freeform 101">
              <a:extLst>
                <a:ext uri="{FF2B5EF4-FFF2-40B4-BE49-F238E27FC236}">
                  <a16:creationId xmlns:a16="http://schemas.microsoft.com/office/drawing/2014/main" id="{B598F935-A581-034B-89D4-127294ECE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1" y="1790"/>
              <a:ext cx="71" cy="71"/>
            </a:xfrm>
            <a:custGeom>
              <a:avLst/>
              <a:gdLst>
                <a:gd name="T0" fmla="*/ 42 w 48"/>
                <a:gd name="T1" fmla="*/ 48 h 48"/>
                <a:gd name="T2" fmla="*/ 36 w 48"/>
                <a:gd name="T3" fmla="*/ 42 h 48"/>
                <a:gd name="T4" fmla="*/ 36 w 48"/>
                <a:gd name="T5" fmla="*/ 12 h 48"/>
                <a:gd name="T6" fmla="*/ 6 w 48"/>
                <a:gd name="T7" fmla="*/ 12 h 48"/>
                <a:gd name="T8" fmla="*/ 0 w 48"/>
                <a:gd name="T9" fmla="*/ 6 h 48"/>
                <a:gd name="T10" fmla="*/ 6 w 48"/>
                <a:gd name="T11" fmla="*/ 0 h 48"/>
                <a:gd name="T12" fmla="*/ 42 w 48"/>
                <a:gd name="T13" fmla="*/ 0 h 48"/>
                <a:gd name="T14" fmla="*/ 48 w 48"/>
                <a:gd name="T15" fmla="*/ 6 h 48"/>
                <a:gd name="T16" fmla="*/ 48 w 48"/>
                <a:gd name="T17" fmla="*/ 42 h 48"/>
                <a:gd name="T18" fmla="*/ 42 w 48"/>
                <a:gd name="T1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42" y="48"/>
                  </a:moveTo>
                  <a:cubicBezTo>
                    <a:pt x="39" y="48"/>
                    <a:pt x="36" y="45"/>
                    <a:pt x="36" y="42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8" y="45"/>
                    <a:pt x="45" y="48"/>
                    <a:pt x="42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5" name="Freeform 102">
              <a:extLst>
                <a:ext uri="{FF2B5EF4-FFF2-40B4-BE49-F238E27FC236}">
                  <a16:creationId xmlns:a16="http://schemas.microsoft.com/office/drawing/2014/main" id="{24EC5BA8-8063-3241-A2BA-5D3F0C810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7" y="2004"/>
              <a:ext cx="71" cy="71"/>
            </a:xfrm>
            <a:custGeom>
              <a:avLst/>
              <a:gdLst>
                <a:gd name="T0" fmla="*/ 42 w 48"/>
                <a:gd name="T1" fmla="*/ 48 h 48"/>
                <a:gd name="T2" fmla="*/ 6 w 48"/>
                <a:gd name="T3" fmla="*/ 48 h 48"/>
                <a:gd name="T4" fmla="*/ 0 w 48"/>
                <a:gd name="T5" fmla="*/ 42 h 48"/>
                <a:gd name="T6" fmla="*/ 0 w 48"/>
                <a:gd name="T7" fmla="*/ 6 h 48"/>
                <a:gd name="T8" fmla="*/ 6 w 48"/>
                <a:gd name="T9" fmla="*/ 0 h 48"/>
                <a:gd name="T10" fmla="*/ 12 w 48"/>
                <a:gd name="T11" fmla="*/ 6 h 48"/>
                <a:gd name="T12" fmla="*/ 12 w 48"/>
                <a:gd name="T13" fmla="*/ 36 h 48"/>
                <a:gd name="T14" fmla="*/ 42 w 48"/>
                <a:gd name="T15" fmla="*/ 36 h 48"/>
                <a:gd name="T16" fmla="*/ 48 w 48"/>
                <a:gd name="T17" fmla="*/ 42 h 48"/>
                <a:gd name="T18" fmla="*/ 42 w 48"/>
                <a:gd name="T1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42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5" y="36"/>
                    <a:pt x="48" y="39"/>
                    <a:pt x="48" y="42"/>
                  </a:cubicBezTo>
                  <a:cubicBezTo>
                    <a:pt x="48" y="45"/>
                    <a:pt x="45" y="48"/>
                    <a:pt x="42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6" name="Freeform 103">
              <a:extLst>
                <a:ext uri="{FF2B5EF4-FFF2-40B4-BE49-F238E27FC236}">
                  <a16:creationId xmlns:a16="http://schemas.microsoft.com/office/drawing/2014/main" id="{CF8C2DB6-381F-254A-B48E-15AFF4C7C7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1" y="2004"/>
              <a:ext cx="71" cy="71"/>
            </a:xfrm>
            <a:custGeom>
              <a:avLst/>
              <a:gdLst>
                <a:gd name="T0" fmla="*/ 42 w 48"/>
                <a:gd name="T1" fmla="*/ 48 h 48"/>
                <a:gd name="T2" fmla="*/ 6 w 48"/>
                <a:gd name="T3" fmla="*/ 48 h 48"/>
                <a:gd name="T4" fmla="*/ 0 w 48"/>
                <a:gd name="T5" fmla="*/ 42 h 48"/>
                <a:gd name="T6" fmla="*/ 6 w 48"/>
                <a:gd name="T7" fmla="*/ 36 h 48"/>
                <a:gd name="T8" fmla="*/ 36 w 48"/>
                <a:gd name="T9" fmla="*/ 36 h 48"/>
                <a:gd name="T10" fmla="*/ 36 w 48"/>
                <a:gd name="T11" fmla="*/ 6 h 48"/>
                <a:gd name="T12" fmla="*/ 42 w 48"/>
                <a:gd name="T13" fmla="*/ 0 h 48"/>
                <a:gd name="T14" fmla="*/ 48 w 48"/>
                <a:gd name="T15" fmla="*/ 6 h 48"/>
                <a:gd name="T16" fmla="*/ 48 w 48"/>
                <a:gd name="T17" fmla="*/ 42 h 48"/>
                <a:gd name="T18" fmla="*/ 42 w 48"/>
                <a:gd name="T1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42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0" y="45"/>
                    <a:pt x="0" y="42"/>
                  </a:cubicBezTo>
                  <a:cubicBezTo>
                    <a:pt x="0" y="39"/>
                    <a:pt x="3" y="36"/>
                    <a:pt x="6" y="36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36" y="3"/>
                    <a:pt x="39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8" y="45"/>
                    <a:pt x="45" y="48"/>
                    <a:pt x="42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7" name="Freeform 104">
              <a:extLst>
                <a:ext uri="{FF2B5EF4-FFF2-40B4-BE49-F238E27FC236}">
                  <a16:creationId xmlns:a16="http://schemas.microsoft.com/office/drawing/2014/main" id="{0667E557-C3C5-454F-BFFD-0892A85D11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41" y="1844"/>
              <a:ext cx="286" cy="177"/>
            </a:xfrm>
            <a:custGeom>
              <a:avLst/>
              <a:gdLst>
                <a:gd name="T0" fmla="*/ 97 w 193"/>
                <a:gd name="T1" fmla="*/ 120 h 120"/>
                <a:gd name="T2" fmla="*/ 2 w 193"/>
                <a:gd name="T3" fmla="*/ 64 h 120"/>
                <a:gd name="T4" fmla="*/ 2 w 193"/>
                <a:gd name="T5" fmla="*/ 56 h 120"/>
                <a:gd name="T6" fmla="*/ 97 w 193"/>
                <a:gd name="T7" fmla="*/ 0 h 120"/>
                <a:gd name="T8" fmla="*/ 191 w 193"/>
                <a:gd name="T9" fmla="*/ 56 h 120"/>
                <a:gd name="T10" fmla="*/ 191 w 193"/>
                <a:gd name="T11" fmla="*/ 64 h 120"/>
                <a:gd name="T12" fmla="*/ 97 w 193"/>
                <a:gd name="T13" fmla="*/ 120 h 120"/>
                <a:gd name="T14" fmla="*/ 15 w 193"/>
                <a:gd name="T15" fmla="*/ 60 h 120"/>
                <a:gd name="T16" fmla="*/ 97 w 193"/>
                <a:gd name="T17" fmla="*/ 108 h 120"/>
                <a:gd name="T18" fmla="*/ 179 w 193"/>
                <a:gd name="T19" fmla="*/ 60 h 120"/>
                <a:gd name="T20" fmla="*/ 97 w 193"/>
                <a:gd name="T21" fmla="*/ 12 h 120"/>
                <a:gd name="T22" fmla="*/ 15 w 193"/>
                <a:gd name="T23" fmla="*/ 6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120">
                  <a:moveTo>
                    <a:pt x="97" y="120"/>
                  </a:moveTo>
                  <a:cubicBezTo>
                    <a:pt x="53" y="120"/>
                    <a:pt x="4" y="66"/>
                    <a:pt x="2" y="64"/>
                  </a:cubicBezTo>
                  <a:cubicBezTo>
                    <a:pt x="0" y="62"/>
                    <a:pt x="0" y="58"/>
                    <a:pt x="2" y="56"/>
                  </a:cubicBezTo>
                  <a:cubicBezTo>
                    <a:pt x="4" y="54"/>
                    <a:pt x="53" y="0"/>
                    <a:pt x="97" y="0"/>
                  </a:cubicBezTo>
                  <a:cubicBezTo>
                    <a:pt x="141" y="0"/>
                    <a:pt x="189" y="54"/>
                    <a:pt x="191" y="56"/>
                  </a:cubicBezTo>
                  <a:cubicBezTo>
                    <a:pt x="193" y="58"/>
                    <a:pt x="193" y="62"/>
                    <a:pt x="191" y="64"/>
                  </a:cubicBezTo>
                  <a:cubicBezTo>
                    <a:pt x="189" y="66"/>
                    <a:pt x="141" y="120"/>
                    <a:pt x="97" y="120"/>
                  </a:cubicBezTo>
                  <a:close/>
                  <a:moveTo>
                    <a:pt x="15" y="60"/>
                  </a:moveTo>
                  <a:cubicBezTo>
                    <a:pt x="27" y="72"/>
                    <a:pt x="64" y="108"/>
                    <a:pt x="97" y="108"/>
                  </a:cubicBezTo>
                  <a:cubicBezTo>
                    <a:pt x="129" y="108"/>
                    <a:pt x="167" y="72"/>
                    <a:pt x="179" y="60"/>
                  </a:cubicBezTo>
                  <a:cubicBezTo>
                    <a:pt x="167" y="48"/>
                    <a:pt x="129" y="12"/>
                    <a:pt x="97" y="12"/>
                  </a:cubicBezTo>
                  <a:cubicBezTo>
                    <a:pt x="64" y="12"/>
                    <a:pt x="27" y="48"/>
                    <a:pt x="15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8" name="Freeform 105">
              <a:extLst>
                <a:ext uri="{FF2B5EF4-FFF2-40B4-BE49-F238E27FC236}">
                  <a16:creationId xmlns:a16="http://schemas.microsoft.com/office/drawing/2014/main" id="{3BB22AA7-DF3C-C443-90C8-1FB2B5423A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31" y="1879"/>
              <a:ext cx="107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49" y="60"/>
                    <a:pt x="60" y="49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9" name="Oval 106">
              <a:extLst>
                <a:ext uri="{FF2B5EF4-FFF2-40B4-BE49-F238E27FC236}">
                  <a16:creationId xmlns:a16="http://schemas.microsoft.com/office/drawing/2014/main" id="{840F5257-5088-364D-878D-3C2254FB2E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7" y="1915"/>
              <a:ext cx="35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</p:grpSp>
      <p:grpSp>
        <p:nvGrpSpPr>
          <p:cNvPr id="111" name="Group 41">
            <a:extLst>
              <a:ext uri="{FF2B5EF4-FFF2-40B4-BE49-F238E27FC236}">
                <a16:creationId xmlns:a16="http://schemas.microsoft.com/office/drawing/2014/main" id="{CAE15CC3-F3B0-4346-93C0-B55CF267405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695631" y="5524348"/>
            <a:ext cx="459581" cy="420743"/>
            <a:chOff x="3439" y="460"/>
            <a:chExt cx="426" cy="390"/>
          </a:xfrm>
          <a:solidFill>
            <a:schemeClr val="accent1"/>
          </a:solidFill>
        </p:grpSpPr>
        <p:sp>
          <p:nvSpPr>
            <p:cNvPr id="112" name="Freeform 42">
              <a:extLst>
                <a:ext uri="{FF2B5EF4-FFF2-40B4-BE49-F238E27FC236}">
                  <a16:creationId xmlns:a16="http://schemas.microsoft.com/office/drawing/2014/main" id="{FC866253-99F8-F940-8BD2-B8A0B5BABF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39" y="584"/>
              <a:ext cx="426" cy="266"/>
            </a:xfrm>
            <a:custGeom>
              <a:avLst/>
              <a:gdLst>
                <a:gd name="T0" fmla="*/ 265 w 288"/>
                <a:gd name="T1" fmla="*/ 180 h 180"/>
                <a:gd name="T2" fmla="*/ 23 w 288"/>
                <a:gd name="T3" fmla="*/ 180 h 180"/>
                <a:gd name="T4" fmla="*/ 0 w 288"/>
                <a:gd name="T5" fmla="*/ 157 h 180"/>
                <a:gd name="T6" fmla="*/ 0 w 288"/>
                <a:gd name="T7" fmla="*/ 6 h 180"/>
                <a:gd name="T8" fmla="*/ 6 w 288"/>
                <a:gd name="T9" fmla="*/ 0 h 180"/>
                <a:gd name="T10" fmla="*/ 282 w 288"/>
                <a:gd name="T11" fmla="*/ 0 h 180"/>
                <a:gd name="T12" fmla="*/ 288 w 288"/>
                <a:gd name="T13" fmla="*/ 6 h 180"/>
                <a:gd name="T14" fmla="*/ 288 w 288"/>
                <a:gd name="T15" fmla="*/ 157 h 180"/>
                <a:gd name="T16" fmla="*/ 265 w 288"/>
                <a:gd name="T17" fmla="*/ 180 h 180"/>
                <a:gd name="T18" fmla="*/ 12 w 288"/>
                <a:gd name="T19" fmla="*/ 12 h 180"/>
                <a:gd name="T20" fmla="*/ 12 w 288"/>
                <a:gd name="T21" fmla="*/ 157 h 180"/>
                <a:gd name="T22" fmla="*/ 23 w 288"/>
                <a:gd name="T23" fmla="*/ 168 h 180"/>
                <a:gd name="T24" fmla="*/ 265 w 288"/>
                <a:gd name="T25" fmla="*/ 168 h 180"/>
                <a:gd name="T26" fmla="*/ 276 w 288"/>
                <a:gd name="T27" fmla="*/ 157 h 180"/>
                <a:gd name="T28" fmla="*/ 276 w 288"/>
                <a:gd name="T29" fmla="*/ 12 h 180"/>
                <a:gd name="T30" fmla="*/ 12 w 288"/>
                <a:gd name="T31" fmla="*/ 12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8" h="180">
                  <a:moveTo>
                    <a:pt x="265" y="180"/>
                  </a:moveTo>
                  <a:cubicBezTo>
                    <a:pt x="23" y="180"/>
                    <a:pt x="23" y="180"/>
                    <a:pt x="23" y="180"/>
                  </a:cubicBezTo>
                  <a:cubicBezTo>
                    <a:pt x="10" y="180"/>
                    <a:pt x="0" y="170"/>
                    <a:pt x="0" y="15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5" y="0"/>
                    <a:pt x="288" y="3"/>
                    <a:pt x="288" y="6"/>
                  </a:cubicBezTo>
                  <a:cubicBezTo>
                    <a:pt x="288" y="157"/>
                    <a:pt x="288" y="157"/>
                    <a:pt x="288" y="157"/>
                  </a:cubicBezTo>
                  <a:cubicBezTo>
                    <a:pt x="288" y="170"/>
                    <a:pt x="277" y="180"/>
                    <a:pt x="265" y="180"/>
                  </a:cubicBezTo>
                  <a:close/>
                  <a:moveTo>
                    <a:pt x="12" y="12"/>
                  </a:moveTo>
                  <a:cubicBezTo>
                    <a:pt x="12" y="157"/>
                    <a:pt x="12" y="157"/>
                    <a:pt x="12" y="157"/>
                  </a:cubicBezTo>
                  <a:cubicBezTo>
                    <a:pt x="12" y="163"/>
                    <a:pt x="17" y="168"/>
                    <a:pt x="23" y="168"/>
                  </a:cubicBezTo>
                  <a:cubicBezTo>
                    <a:pt x="265" y="168"/>
                    <a:pt x="265" y="168"/>
                    <a:pt x="265" y="168"/>
                  </a:cubicBezTo>
                  <a:cubicBezTo>
                    <a:pt x="271" y="168"/>
                    <a:pt x="276" y="163"/>
                    <a:pt x="276" y="157"/>
                  </a:cubicBezTo>
                  <a:cubicBezTo>
                    <a:pt x="276" y="12"/>
                    <a:pt x="276" y="12"/>
                    <a:pt x="276" y="12"/>
                  </a:cubicBezTo>
                  <a:lnTo>
                    <a:pt x="12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3" name="Freeform 43">
              <a:extLst>
                <a:ext uri="{FF2B5EF4-FFF2-40B4-BE49-F238E27FC236}">
                  <a16:creationId xmlns:a16="http://schemas.microsoft.com/office/drawing/2014/main" id="{DAD71534-CAEB-4342-9B3B-ACB93687E4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81" y="637"/>
              <a:ext cx="160" cy="160"/>
            </a:xfrm>
            <a:custGeom>
              <a:avLst/>
              <a:gdLst>
                <a:gd name="T0" fmla="*/ 6 w 108"/>
                <a:gd name="T1" fmla="*/ 108 h 108"/>
                <a:gd name="T2" fmla="*/ 3 w 108"/>
                <a:gd name="T3" fmla="*/ 107 h 108"/>
                <a:gd name="T4" fmla="*/ 0 w 108"/>
                <a:gd name="T5" fmla="*/ 102 h 108"/>
                <a:gd name="T6" fmla="*/ 0 w 108"/>
                <a:gd name="T7" fmla="*/ 6 h 108"/>
                <a:gd name="T8" fmla="*/ 3 w 108"/>
                <a:gd name="T9" fmla="*/ 1 h 108"/>
                <a:gd name="T10" fmla="*/ 9 w 108"/>
                <a:gd name="T11" fmla="*/ 1 h 108"/>
                <a:gd name="T12" fmla="*/ 105 w 108"/>
                <a:gd name="T13" fmla="*/ 49 h 108"/>
                <a:gd name="T14" fmla="*/ 108 w 108"/>
                <a:gd name="T15" fmla="*/ 54 h 108"/>
                <a:gd name="T16" fmla="*/ 105 w 108"/>
                <a:gd name="T17" fmla="*/ 60 h 108"/>
                <a:gd name="T18" fmla="*/ 9 w 108"/>
                <a:gd name="T19" fmla="*/ 108 h 108"/>
                <a:gd name="T20" fmla="*/ 6 w 108"/>
                <a:gd name="T21" fmla="*/ 108 h 108"/>
                <a:gd name="T22" fmla="*/ 12 w 108"/>
                <a:gd name="T23" fmla="*/ 16 h 108"/>
                <a:gd name="T24" fmla="*/ 12 w 108"/>
                <a:gd name="T25" fmla="*/ 93 h 108"/>
                <a:gd name="T26" fmla="*/ 88 w 108"/>
                <a:gd name="T27" fmla="*/ 54 h 108"/>
                <a:gd name="T28" fmla="*/ 12 w 108"/>
                <a:gd name="T29" fmla="*/ 1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8" h="108">
                  <a:moveTo>
                    <a:pt x="6" y="108"/>
                  </a:moveTo>
                  <a:cubicBezTo>
                    <a:pt x="5" y="108"/>
                    <a:pt x="4" y="108"/>
                    <a:pt x="3" y="107"/>
                  </a:cubicBezTo>
                  <a:cubicBezTo>
                    <a:pt x="1" y="106"/>
                    <a:pt x="0" y="104"/>
                    <a:pt x="0" y="10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4"/>
                    <a:pt x="1" y="2"/>
                    <a:pt x="3" y="1"/>
                  </a:cubicBezTo>
                  <a:cubicBezTo>
                    <a:pt x="4" y="0"/>
                    <a:pt x="7" y="0"/>
                    <a:pt x="9" y="1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7" y="50"/>
                    <a:pt x="108" y="52"/>
                    <a:pt x="108" y="54"/>
                  </a:cubicBezTo>
                  <a:cubicBezTo>
                    <a:pt x="108" y="57"/>
                    <a:pt x="107" y="59"/>
                    <a:pt x="105" y="60"/>
                  </a:cubicBezTo>
                  <a:cubicBezTo>
                    <a:pt x="9" y="108"/>
                    <a:pt x="9" y="108"/>
                    <a:pt x="9" y="108"/>
                  </a:cubicBezTo>
                  <a:cubicBezTo>
                    <a:pt x="8" y="108"/>
                    <a:pt x="7" y="108"/>
                    <a:pt x="6" y="108"/>
                  </a:cubicBezTo>
                  <a:close/>
                  <a:moveTo>
                    <a:pt x="12" y="16"/>
                  </a:moveTo>
                  <a:cubicBezTo>
                    <a:pt x="12" y="93"/>
                    <a:pt x="12" y="93"/>
                    <a:pt x="12" y="93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1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4" name="Freeform 44">
              <a:extLst>
                <a:ext uri="{FF2B5EF4-FFF2-40B4-BE49-F238E27FC236}">
                  <a16:creationId xmlns:a16="http://schemas.microsoft.com/office/drawing/2014/main" id="{69604E24-F016-194E-9E2B-1ACF8EBA52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39" y="460"/>
              <a:ext cx="426" cy="106"/>
            </a:xfrm>
            <a:custGeom>
              <a:avLst/>
              <a:gdLst>
                <a:gd name="T0" fmla="*/ 282 w 288"/>
                <a:gd name="T1" fmla="*/ 72 h 72"/>
                <a:gd name="T2" fmla="*/ 6 w 288"/>
                <a:gd name="T3" fmla="*/ 72 h 72"/>
                <a:gd name="T4" fmla="*/ 0 w 288"/>
                <a:gd name="T5" fmla="*/ 66 h 72"/>
                <a:gd name="T6" fmla="*/ 0 w 288"/>
                <a:gd name="T7" fmla="*/ 18 h 72"/>
                <a:gd name="T8" fmla="*/ 18 w 288"/>
                <a:gd name="T9" fmla="*/ 0 h 72"/>
                <a:gd name="T10" fmla="*/ 270 w 288"/>
                <a:gd name="T11" fmla="*/ 0 h 72"/>
                <a:gd name="T12" fmla="*/ 288 w 288"/>
                <a:gd name="T13" fmla="*/ 18 h 72"/>
                <a:gd name="T14" fmla="*/ 288 w 288"/>
                <a:gd name="T15" fmla="*/ 66 h 72"/>
                <a:gd name="T16" fmla="*/ 282 w 288"/>
                <a:gd name="T17" fmla="*/ 72 h 72"/>
                <a:gd name="T18" fmla="*/ 12 w 288"/>
                <a:gd name="T19" fmla="*/ 60 h 72"/>
                <a:gd name="T20" fmla="*/ 276 w 288"/>
                <a:gd name="T21" fmla="*/ 60 h 72"/>
                <a:gd name="T22" fmla="*/ 276 w 288"/>
                <a:gd name="T23" fmla="*/ 18 h 72"/>
                <a:gd name="T24" fmla="*/ 270 w 288"/>
                <a:gd name="T25" fmla="*/ 12 h 72"/>
                <a:gd name="T26" fmla="*/ 18 w 288"/>
                <a:gd name="T27" fmla="*/ 12 h 72"/>
                <a:gd name="T28" fmla="*/ 12 w 288"/>
                <a:gd name="T29" fmla="*/ 18 h 72"/>
                <a:gd name="T30" fmla="*/ 12 w 288"/>
                <a:gd name="T31" fmla="*/ 6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8" h="72">
                  <a:moveTo>
                    <a:pt x="282" y="72"/>
                  </a:moveTo>
                  <a:cubicBezTo>
                    <a:pt x="6" y="72"/>
                    <a:pt x="6" y="72"/>
                    <a:pt x="6" y="72"/>
                  </a:cubicBezTo>
                  <a:cubicBezTo>
                    <a:pt x="3" y="72"/>
                    <a:pt x="0" y="70"/>
                    <a:pt x="0" y="66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70" y="0"/>
                    <a:pt x="270" y="0"/>
                    <a:pt x="270" y="0"/>
                  </a:cubicBezTo>
                  <a:cubicBezTo>
                    <a:pt x="280" y="0"/>
                    <a:pt x="288" y="8"/>
                    <a:pt x="288" y="18"/>
                  </a:cubicBezTo>
                  <a:cubicBezTo>
                    <a:pt x="288" y="66"/>
                    <a:pt x="288" y="66"/>
                    <a:pt x="288" y="66"/>
                  </a:cubicBezTo>
                  <a:cubicBezTo>
                    <a:pt x="288" y="70"/>
                    <a:pt x="285" y="72"/>
                    <a:pt x="282" y="72"/>
                  </a:cubicBezTo>
                  <a:close/>
                  <a:moveTo>
                    <a:pt x="12" y="60"/>
                  </a:moveTo>
                  <a:cubicBezTo>
                    <a:pt x="276" y="60"/>
                    <a:pt x="276" y="60"/>
                    <a:pt x="276" y="60"/>
                  </a:cubicBezTo>
                  <a:cubicBezTo>
                    <a:pt x="276" y="18"/>
                    <a:pt x="276" y="18"/>
                    <a:pt x="276" y="18"/>
                  </a:cubicBezTo>
                  <a:cubicBezTo>
                    <a:pt x="276" y="15"/>
                    <a:pt x="273" y="12"/>
                    <a:pt x="270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5" y="12"/>
                    <a:pt x="12" y="15"/>
                    <a:pt x="12" y="18"/>
                  </a:cubicBezTo>
                  <a:lnTo>
                    <a:pt x="1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5" name="Freeform 45">
              <a:extLst>
                <a:ext uri="{FF2B5EF4-FFF2-40B4-BE49-F238E27FC236}">
                  <a16:creationId xmlns:a16="http://schemas.microsoft.com/office/drawing/2014/main" id="{0272F795-CB5C-EC40-AB73-8271C831B7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2" y="463"/>
              <a:ext cx="92" cy="91"/>
            </a:xfrm>
            <a:custGeom>
              <a:avLst/>
              <a:gdLst>
                <a:gd name="T0" fmla="*/ 12 w 92"/>
                <a:gd name="T1" fmla="*/ 91 h 91"/>
                <a:gd name="T2" fmla="*/ 0 w 92"/>
                <a:gd name="T3" fmla="*/ 80 h 91"/>
                <a:gd name="T4" fmla="*/ 80 w 92"/>
                <a:gd name="T5" fmla="*/ 0 h 91"/>
                <a:gd name="T6" fmla="*/ 92 w 92"/>
                <a:gd name="T7" fmla="*/ 11 h 91"/>
                <a:gd name="T8" fmla="*/ 12 w 92"/>
                <a:gd name="T9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91">
                  <a:moveTo>
                    <a:pt x="12" y="91"/>
                  </a:moveTo>
                  <a:lnTo>
                    <a:pt x="0" y="80"/>
                  </a:lnTo>
                  <a:lnTo>
                    <a:pt x="80" y="0"/>
                  </a:lnTo>
                  <a:lnTo>
                    <a:pt x="92" y="11"/>
                  </a:lnTo>
                  <a:lnTo>
                    <a:pt x="12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6" name="Freeform 46">
              <a:extLst>
                <a:ext uri="{FF2B5EF4-FFF2-40B4-BE49-F238E27FC236}">
                  <a16:creationId xmlns:a16="http://schemas.microsoft.com/office/drawing/2014/main" id="{58894E59-5B8C-E746-BE36-282800DC21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463"/>
              <a:ext cx="101" cy="102"/>
            </a:xfrm>
            <a:custGeom>
              <a:avLst/>
              <a:gdLst>
                <a:gd name="T0" fmla="*/ 12 w 101"/>
                <a:gd name="T1" fmla="*/ 102 h 102"/>
                <a:gd name="T2" fmla="*/ 0 w 101"/>
                <a:gd name="T3" fmla="*/ 88 h 102"/>
                <a:gd name="T4" fmla="*/ 89 w 101"/>
                <a:gd name="T5" fmla="*/ 0 h 102"/>
                <a:gd name="T6" fmla="*/ 101 w 101"/>
                <a:gd name="T7" fmla="*/ 11 h 102"/>
                <a:gd name="T8" fmla="*/ 12 w 101"/>
                <a:gd name="T9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2">
                  <a:moveTo>
                    <a:pt x="12" y="102"/>
                  </a:moveTo>
                  <a:lnTo>
                    <a:pt x="0" y="88"/>
                  </a:lnTo>
                  <a:lnTo>
                    <a:pt x="89" y="0"/>
                  </a:lnTo>
                  <a:lnTo>
                    <a:pt x="101" y="11"/>
                  </a:lnTo>
                  <a:lnTo>
                    <a:pt x="12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7" name="Freeform 47">
              <a:extLst>
                <a:ext uri="{FF2B5EF4-FFF2-40B4-BE49-F238E27FC236}">
                  <a16:creationId xmlns:a16="http://schemas.microsoft.com/office/drawing/2014/main" id="{89C3B5C2-0698-134A-8C5B-F8C984B3D3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6" y="463"/>
              <a:ext cx="101" cy="102"/>
            </a:xfrm>
            <a:custGeom>
              <a:avLst/>
              <a:gdLst>
                <a:gd name="T0" fmla="*/ 12 w 101"/>
                <a:gd name="T1" fmla="*/ 102 h 102"/>
                <a:gd name="T2" fmla="*/ 0 w 101"/>
                <a:gd name="T3" fmla="*/ 88 h 102"/>
                <a:gd name="T4" fmla="*/ 89 w 101"/>
                <a:gd name="T5" fmla="*/ 0 h 102"/>
                <a:gd name="T6" fmla="*/ 101 w 101"/>
                <a:gd name="T7" fmla="*/ 11 h 102"/>
                <a:gd name="T8" fmla="*/ 12 w 101"/>
                <a:gd name="T9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2">
                  <a:moveTo>
                    <a:pt x="12" y="102"/>
                  </a:moveTo>
                  <a:lnTo>
                    <a:pt x="0" y="88"/>
                  </a:lnTo>
                  <a:lnTo>
                    <a:pt x="89" y="0"/>
                  </a:lnTo>
                  <a:lnTo>
                    <a:pt x="101" y="11"/>
                  </a:lnTo>
                  <a:lnTo>
                    <a:pt x="12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8" name="Freeform 48">
              <a:extLst>
                <a:ext uri="{FF2B5EF4-FFF2-40B4-BE49-F238E27FC236}">
                  <a16:creationId xmlns:a16="http://schemas.microsoft.com/office/drawing/2014/main" id="{98ED0FAF-2170-CC4B-893D-B4DFEB1E98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7" y="463"/>
              <a:ext cx="101" cy="102"/>
            </a:xfrm>
            <a:custGeom>
              <a:avLst/>
              <a:gdLst>
                <a:gd name="T0" fmla="*/ 12 w 101"/>
                <a:gd name="T1" fmla="*/ 102 h 102"/>
                <a:gd name="T2" fmla="*/ 0 w 101"/>
                <a:gd name="T3" fmla="*/ 88 h 102"/>
                <a:gd name="T4" fmla="*/ 89 w 101"/>
                <a:gd name="T5" fmla="*/ 0 h 102"/>
                <a:gd name="T6" fmla="*/ 101 w 101"/>
                <a:gd name="T7" fmla="*/ 11 h 102"/>
                <a:gd name="T8" fmla="*/ 12 w 101"/>
                <a:gd name="T9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2">
                  <a:moveTo>
                    <a:pt x="12" y="102"/>
                  </a:moveTo>
                  <a:lnTo>
                    <a:pt x="0" y="88"/>
                  </a:lnTo>
                  <a:lnTo>
                    <a:pt x="89" y="0"/>
                  </a:lnTo>
                  <a:lnTo>
                    <a:pt x="101" y="11"/>
                  </a:lnTo>
                  <a:lnTo>
                    <a:pt x="12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9" name="Freeform 49">
              <a:extLst>
                <a:ext uri="{FF2B5EF4-FFF2-40B4-BE49-F238E27FC236}">
                  <a16:creationId xmlns:a16="http://schemas.microsoft.com/office/drawing/2014/main" id="{E93B3885-01CD-824B-9BBD-D9A7BC873F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8" y="463"/>
              <a:ext cx="100" cy="100"/>
            </a:xfrm>
            <a:custGeom>
              <a:avLst/>
              <a:gdLst>
                <a:gd name="T0" fmla="*/ 12 w 100"/>
                <a:gd name="T1" fmla="*/ 100 h 100"/>
                <a:gd name="T2" fmla="*/ 0 w 100"/>
                <a:gd name="T3" fmla="*/ 88 h 100"/>
                <a:gd name="T4" fmla="*/ 89 w 100"/>
                <a:gd name="T5" fmla="*/ 0 h 100"/>
                <a:gd name="T6" fmla="*/ 100 w 100"/>
                <a:gd name="T7" fmla="*/ 11 h 100"/>
                <a:gd name="T8" fmla="*/ 12 w 100"/>
                <a:gd name="T9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100">
                  <a:moveTo>
                    <a:pt x="12" y="100"/>
                  </a:moveTo>
                  <a:lnTo>
                    <a:pt x="0" y="88"/>
                  </a:lnTo>
                  <a:lnTo>
                    <a:pt x="89" y="0"/>
                  </a:lnTo>
                  <a:lnTo>
                    <a:pt x="100" y="11"/>
                  </a:lnTo>
                  <a:lnTo>
                    <a:pt x="12" y="1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20" name="Freeform 50">
              <a:extLst>
                <a:ext uri="{FF2B5EF4-FFF2-40B4-BE49-F238E27FC236}">
                  <a16:creationId xmlns:a16="http://schemas.microsoft.com/office/drawing/2014/main" id="{4B94C46B-FB83-4F43-83C7-AC36E95C6A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9" y="480"/>
              <a:ext cx="83" cy="83"/>
            </a:xfrm>
            <a:custGeom>
              <a:avLst/>
              <a:gdLst>
                <a:gd name="T0" fmla="*/ 12 w 83"/>
                <a:gd name="T1" fmla="*/ 83 h 83"/>
                <a:gd name="T2" fmla="*/ 0 w 83"/>
                <a:gd name="T3" fmla="*/ 71 h 83"/>
                <a:gd name="T4" fmla="*/ 71 w 83"/>
                <a:gd name="T5" fmla="*/ 0 h 83"/>
                <a:gd name="T6" fmla="*/ 83 w 83"/>
                <a:gd name="T7" fmla="*/ 12 h 83"/>
                <a:gd name="T8" fmla="*/ 12 w 83"/>
                <a:gd name="T9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83">
                  <a:moveTo>
                    <a:pt x="12" y="83"/>
                  </a:moveTo>
                  <a:lnTo>
                    <a:pt x="0" y="71"/>
                  </a:lnTo>
                  <a:lnTo>
                    <a:pt x="71" y="0"/>
                  </a:lnTo>
                  <a:lnTo>
                    <a:pt x="83" y="12"/>
                  </a:lnTo>
                  <a:lnTo>
                    <a:pt x="12" y="8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</p:grpSp>
      <p:grpSp>
        <p:nvGrpSpPr>
          <p:cNvPr id="121" name="Group 10">
            <a:extLst>
              <a:ext uri="{FF2B5EF4-FFF2-40B4-BE49-F238E27FC236}">
                <a16:creationId xmlns:a16="http://schemas.microsoft.com/office/drawing/2014/main" id="{EDE454D0-8C87-B549-B592-7DDDDDA65FA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965185" y="5500310"/>
            <a:ext cx="467720" cy="468818"/>
            <a:chOff x="1374" y="442"/>
            <a:chExt cx="425" cy="426"/>
          </a:xfrm>
          <a:solidFill>
            <a:schemeClr val="accent1"/>
          </a:solidFill>
        </p:grpSpPr>
        <p:sp>
          <p:nvSpPr>
            <p:cNvPr id="122" name="Freeform 11">
              <a:extLst>
                <a:ext uri="{FF2B5EF4-FFF2-40B4-BE49-F238E27FC236}">
                  <a16:creationId xmlns:a16="http://schemas.microsoft.com/office/drawing/2014/main" id="{81B4BA5C-5D57-5243-95A0-B0939E1031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74" y="442"/>
              <a:ext cx="425" cy="426"/>
            </a:xfrm>
            <a:custGeom>
              <a:avLst/>
              <a:gdLst>
                <a:gd name="T0" fmla="*/ 144 w 288"/>
                <a:gd name="T1" fmla="*/ 288 h 288"/>
                <a:gd name="T2" fmla="*/ 0 w 288"/>
                <a:gd name="T3" fmla="*/ 144 h 288"/>
                <a:gd name="T4" fmla="*/ 144 w 288"/>
                <a:gd name="T5" fmla="*/ 0 h 288"/>
                <a:gd name="T6" fmla="*/ 288 w 288"/>
                <a:gd name="T7" fmla="*/ 144 h 288"/>
                <a:gd name="T8" fmla="*/ 144 w 288"/>
                <a:gd name="T9" fmla="*/ 288 h 288"/>
                <a:gd name="T10" fmla="*/ 144 w 288"/>
                <a:gd name="T11" fmla="*/ 12 h 288"/>
                <a:gd name="T12" fmla="*/ 12 w 288"/>
                <a:gd name="T13" fmla="*/ 144 h 288"/>
                <a:gd name="T14" fmla="*/ 144 w 288"/>
                <a:gd name="T15" fmla="*/ 276 h 288"/>
                <a:gd name="T16" fmla="*/ 276 w 288"/>
                <a:gd name="T17" fmla="*/ 144 h 288"/>
                <a:gd name="T18" fmla="*/ 144 w 288"/>
                <a:gd name="T19" fmla="*/ 12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8" h="288">
                  <a:moveTo>
                    <a:pt x="144" y="288"/>
                  </a:moveTo>
                  <a:cubicBezTo>
                    <a:pt x="64" y="288"/>
                    <a:pt x="0" y="223"/>
                    <a:pt x="0" y="144"/>
                  </a:cubicBezTo>
                  <a:cubicBezTo>
                    <a:pt x="0" y="64"/>
                    <a:pt x="64" y="0"/>
                    <a:pt x="144" y="0"/>
                  </a:cubicBezTo>
                  <a:cubicBezTo>
                    <a:pt x="223" y="0"/>
                    <a:pt x="288" y="64"/>
                    <a:pt x="288" y="144"/>
                  </a:cubicBezTo>
                  <a:cubicBezTo>
                    <a:pt x="288" y="223"/>
                    <a:pt x="223" y="288"/>
                    <a:pt x="144" y="288"/>
                  </a:cubicBezTo>
                  <a:close/>
                  <a:moveTo>
                    <a:pt x="144" y="12"/>
                  </a:moveTo>
                  <a:cubicBezTo>
                    <a:pt x="71" y="12"/>
                    <a:pt x="12" y="71"/>
                    <a:pt x="12" y="144"/>
                  </a:cubicBezTo>
                  <a:cubicBezTo>
                    <a:pt x="12" y="216"/>
                    <a:pt x="71" y="276"/>
                    <a:pt x="144" y="276"/>
                  </a:cubicBezTo>
                  <a:cubicBezTo>
                    <a:pt x="216" y="276"/>
                    <a:pt x="276" y="216"/>
                    <a:pt x="276" y="144"/>
                  </a:cubicBezTo>
                  <a:cubicBezTo>
                    <a:pt x="276" y="71"/>
                    <a:pt x="216" y="12"/>
                    <a:pt x="1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23" name="Freeform 12">
              <a:extLst>
                <a:ext uri="{FF2B5EF4-FFF2-40B4-BE49-F238E27FC236}">
                  <a16:creationId xmlns:a16="http://schemas.microsoft.com/office/drawing/2014/main" id="{DBE386C7-E758-5C4A-95CF-157D349ABD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16" y="565"/>
              <a:ext cx="177" cy="179"/>
            </a:xfrm>
            <a:custGeom>
              <a:avLst/>
              <a:gdLst>
                <a:gd name="T0" fmla="*/ 6 w 120"/>
                <a:gd name="T1" fmla="*/ 121 h 121"/>
                <a:gd name="T2" fmla="*/ 2 w 120"/>
                <a:gd name="T3" fmla="*/ 120 h 121"/>
                <a:gd name="T4" fmla="*/ 0 w 120"/>
                <a:gd name="T5" fmla="*/ 115 h 121"/>
                <a:gd name="T6" fmla="*/ 0 w 120"/>
                <a:gd name="T7" fmla="*/ 7 h 121"/>
                <a:gd name="T8" fmla="*/ 2 w 120"/>
                <a:gd name="T9" fmla="*/ 2 h 121"/>
                <a:gd name="T10" fmla="*/ 8 w 120"/>
                <a:gd name="T11" fmla="*/ 1 h 121"/>
                <a:gd name="T12" fmla="*/ 116 w 120"/>
                <a:gd name="T13" fmla="*/ 55 h 121"/>
                <a:gd name="T14" fmla="*/ 120 w 120"/>
                <a:gd name="T15" fmla="*/ 61 h 121"/>
                <a:gd name="T16" fmla="*/ 116 w 120"/>
                <a:gd name="T17" fmla="*/ 66 h 121"/>
                <a:gd name="T18" fmla="*/ 8 w 120"/>
                <a:gd name="T19" fmla="*/ 120 h 121"/>
                <a:gd name="T20" fmla="*/ 6 w 120"/>
                <a:gd name="T21" fmla="*/ 121 h 121"/>
                <a:gd name="T22" fmla="*/ 12 w 120"/>
                <a:gd name="T23" fmla="*/ 16 h 121"/>
                <a:gd name="T24" fmla="*/ 12 w 120"/>
                <a:gd name="T25" fmla="*/ 105 h 121"/>
                <a:gd name="T26" fmla="*/ 100 w 120"/>
                <a:gd name="T27" fmla="*/ 61 h 121"/>
                <a:gd name="T28" fmla="*/ 12 w 120"/>
                <a:gd name="T29" fmla="*/ 1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0" h="121">
                  <a:moveTo>
                    <a:pt x="6" y="121"/>
                  </a:moveTo>
                  <a:cubicBezTo>
                    <a:pt x="5" y="121"/>
                    <a:pt x="3" y="120"/>
                    <a:pt x="2" y="120"/>
                  </a:cubicBezTo>
                  <a:cubicBezTo>
                    <a:pt x="1" y="119"/>
                    <a:pt x="0" y="117"/>
                    <a:pt x="0" y="115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5"/>
                    <a:pt x="1" y="3"/>
                    <a:pt x="2" y="2"/>
                  </a:cubicBezTo>
                  <a:cubicBezTo>
                    <a:pt x="4" y="0"/>
                    <a:pt x="6" y="0"/>
                    <a:pt x="8" y="1"/>
                  </a:cubicBezTo>
                  <a:cubicBezTo>
                    <a:pt x="116" y="55"/>
                    <a:pt x="116" y="55"/>
                    <a:pt x="116" y="55"/>
                  </a:cubicBezTo>
                  <a:cubicBezTo>
                    <a:pt x="118" y="56"/>
                    <a:pt x="120" y="58"/>
                    <a:pt x="120" y="61"/>
                  </a:cubicBezTo>
                  <a:cubicBezTo>
                    <a:pt x="120" y="63"/>
                    <a:pt x="118" y="65"/>
                    <a:pt x="116" y="66"/>
                  </a:cubicBezTo>
                  <a:cubicBezTo>
                    <a:pt x="8" y="120"/>
                    <a:pt x="8" y="120"/>
                    <a:pt x="8" y="120"/>
                  </a:cubicBezTo>
                  <a:cubicBezTo>
                    <a:pt x="7" y="120"/>
                    <a:pt x="7" y="121"/>
                    <a:pt x="6" y="121"/>
                  </a:cubicBezTo>
                  <a:close/>
                  <a:moveTo>
                    <a:pt x="12" y="16"/>
                  </a:moveTo>
                  <a:cubicBezTo>
                    <a:pt x="12" y="105"/>
                    <a:pt x="12" y="105"/>
                    <a:pt x="12" y="105"/>
                  </a:cubicBezTo>
                  <a:cubicBezTo>
                    <a:pt x="100" y="61"/>
                    <a:pt x="100" y="61"/>
                    <a:pt x="100" y="61"/>
                  </a:cubicBezTo>
                  <a:lnTo>
                    <a:pt x="1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124" name="Group 87">
            <a:extLst>
              <a:ext uri="{FF2B5EF4-FFF2-40B4-BE49-F238E27FC236}">
                <a16:creationId xmlns:a16="http://schemas.microsoft.com/office/drawing/2014/main" id="{6BDE5202-854C-CC41-965A-533F32430AE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599644" y="1930124"/>
            <a:ext cx="499666" cy="499666"/>
            <a:chOff x="5510" y="1717"/>
            <a:chExt cx="428" cy="428"/>
          </a:xfrm>
          <a:solidFill>
            <a:schemeClr val="accent1"/>
          </a:solidFill>
        </p:grpSpPr>
        <p:sp>
          <p:nvSpPr>
            <p:cNvPr id="125" name="Freeform 88">
              <a:extLst>
                <a:ext uri="{FF2B5EF4-FFF2-40B4-BE49-F238E27FC236}">
                  <a16:creationId xmlns:a16="http://schemas.microsoft.com/office/drawing/2014/main" id="{5B0A10F8-A96B-5844-8703-D5883AC79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2" y="1717"/>
              <a:ext cx="366" cy="339"/>
            </a:xfrm>
            <a:custGeom>
              <a:avLst/>
              <a:gdLst>
                <a:gd name="T0" fmla="*/ 66 w 247"/>
                <a:gd name="T1" fmla="*/ 229 h 229"/>
                <a:gd name="T2" fmla="*/ 62 w 247"/>
                <a:gd name="T3" fmla="*/ 227 h 229"/>
                <a:gd name="T4" fmla="*/ 2 w 247"/>
                <a:gd name="T5" fmla="*/ 167 h 229"/>
                <a:gd name="T6" fmla="*/ 2 w 247"/>
                <a:gd name="T7" fmla="*/ 159 h 229"/>
                <a:gd name="T8" fmla="*/ 10 w 247"/>
                <a:gd name="T9" fmla="*/ 159 h 229"/>
                <a:gd name="T10" fmla="*/ 66 w 247"/>
                <a:gd name="T11" fmla="*/ 214 h 229"/>
                <a:gd name="T12" fmla="*/ 235 w 247"/>
                <a:gd name="T13" fmla="*/ 3 h 229"/>
                <a:gd name="T14" fmla="*/ 244 w 247"/>
                <a:gd name="T15" fmla="*/ 3 h 229"/>
                <a:gd name="T16" fmla="*/ 245 w 247"/>
                <a:gd name="T17" fmla="*/ 11 h 229"/>
                <a:gd name="T18" fmla="*/ 71 w 247"/>
                <a:gd name="T19" fmla="*/ 227 h 229"/>
                <a:gd name="T20" fmla="*/ 66 w 247"/>
                <a:gd name="T21" fmla="*/ 229 h 229"/>
                <a:gd name="T22" fmla="*/ 66 w 247"/>
                <a:gd name="T23" fmla="*/ 229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7" h="229">
                  <a:moveTo>
                    <a:pt x="66" y="229"/>
                  </a:moveTo>
                  <a:cubicBezTo>
                    <a:pt x="65" y="229"/>
                    <a:pt x="63" y="229"/>
                    <a:pt x="62" y="227"/>
                  </a:cubicBezTo>
                  <a:cubicBezTo>
                    <a:pt x="2" y="167"/>
                    <a:pt x="2" y="167"/>
                    <a:pt x="2" y="167"/>
                  </a:cubicBezTo>
                  <a:cubicBezTo>
                    <a:pt x="0" y="165"/>
                    <a:pt x="0" y="161"/>
                    <a:pt x="2" y="159"/>
                  </a:cubicBezTo>
                  <a:cubicBezTo>
                    <a:pt x="4" y="157"/>
                    <a:pt x="8" y="157"/>
                    <a:pt x="10" y="159"/>
                  </a:cubicBezTo>
                  <a:cubicBezTo>
                    <a:pt x="66" y="214"/>
                    <a:pt x="66" y="214"/>
                    <a:pt x="66" y="214"/>
                  </a:cubicBezTo>
                  <a:cubicBezTo>
                    <a:pt x="235" y="3"/>
                    <a:pt x="235" y="3"/>
                    <a:pt x="235" y="3"/>
                  </a:cubicBezTo>
                  <a:cubicBezTo>
                    <a:pt x="238" y="1"/>
                    <a:pt x="241" y="0"/>
                    <a:pt x="244" y="3"/>
                  </a:cubicBezTo>
                  <a:cubicBezTo>
                    <a:pt x="246" y="5"/>
                    <a:pt x="247" y="8"/>
                    <a:pt x="245" y="11"/>
                  </a:cubicBezTo>
                  <a:cubicBezTo>
                    <a:pt x="71" y="227"/>
                    <a:pt x="71" y="227"/>
                    <a:pt x="71" y="227"/>
                  </a:cubicBezTo>
                  <a:cubicBezTo>
                    <a:pt x="70" y="228"/>
                    <a:pt x="68" y="229"/>
                    <a:pt x="66" y="229"/>
                  </a:cubicBezTo>
                  <a:cubicBezTo>
                    <a:pt x="66" y="229"/>
                    <a:pt x="66" y="229"/>
                    <a:pt x="66" y="2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  <a:latin typeface="+mj-lt"/>
              </a:endParaRPr>
            </a:p>
          </p:txBody>
        </p:sp>
        <p:sp>
          <p:nvSpPr>
            <p:cNvPr id="126" name="Freeform 89">
              <a:extLst>
                <a:ext uri="{FF2B5EF4-FFF2-40B4-BE49-F238E27FC236}">
                  <a16:creationId xmlns:a16="http://schemas.microsoft.com/office/drawing/2014/main" id="{04185316-B34F-294A-A34C-BE4AAF5B7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0" y="1808"/>
              <a:ext cx="337" cy="337"/>
            </a:xfrm>
            <a:custGeom>
              <a:avLst/>
              <a:gdLst>
                <a:gd name="T0" fmla="*/ 114 w 228"/>
                <a:gd name="T1" fmla="*/ 228 h 228"/>
                <a:gd name="T2" fmla="*/ 0 w 228"/>
                <a:gd name="T3" fmla="*/ 114 h 228"/>
                <a:gd name="T4" fmla="*/ 114 w 228"/>
                <a:gd name="T5" fmla="*/ 0 h 228"/>
                <a:gd name="T6" fmla="*/ 165 w 228"/>
                <a:gd name="T7" fmla="*/ 12 h 228"/>
                <a:gd name="T8" fmla="*/ 168 w 228"/>
                <a:gd name="T9" fmla="*/ 20 h 228"/>
                <a:gd name="T10" fmla="*/ 159 w 228"/>
                <a:gd name="T11" fmla="*/ 23 h 228"/>
                <a:gd name="T12" fmla="*/ 114 w 228"/>
                <a:gd name="T13" fmla="*/ 12 h 228"/>
                <a:gd name="T14" fmla="*/ 12 w 228"/>
                <a:gd name="T15" fmla="*/ 114 h 228"/>
                <a:gd name="T16" fmla="*/ 114 w 228"/>
                <a:gd name="T17" fmla="*/ 216 h 228"/>
                <a:gd name="T18" fmla="*/ 216 w 228"/>
                <a:gd name="T19" fmla="*/ 114 h 228"/>
                <a:gd name="T20" fmla="*/ 214 w 228"/>
                <a:gd name="T21" fmla="*/ 92 h 228"/>
                <a:gd name="T22" fmla="*/ 218 w 228"/>
                <a:gd name="T23" fmla="*/ 84 h 228"/>
                <a:gd name="T24" fmla="*/ 225 w 228"/>
                <a:gd name="T25" fmla="*/ 89 h 228"/>
                <a:gd name="T26" fmla="*/ 228 w 228"/>
                <a:gd name="T27" fmla="*/ 114 h 228"/>
                <a:gd name="T28" fmla="*/ 114 w 228"/>
                <a:gd name="T29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8" h="228">
                  <a:moveTo>
                    <a:pt x="114" y="228"/>
                  </a:moveTo>
                  <a:cubicBezTo>
                    <a:pt x="51" y="228"/>
                    <a:pt x="0" y="177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132" y="0"/>
                    <a:pt x="149" y="4"/>
                    <a:pt x="165" y="12"/>
                  </a:cubicBezTo>
                  <a:cubicBezTo>
                    <a:pt x="168" y="14"/>
                    <a:pt x="169" y="17"/>
                    <a:pt x="168" y="20"/>
                  </a:cubicBezTo>
                  <a:cubicBezTo>
                    <a:pt x="166" y="23"/>
                    <a:pt x="162" y="24"/>
                    <a:pt x="159" y="23"/>
                  </a:cubicBezTo>
                  <a:cubicBezTo>
                    <a:pt x="145" y="16"/>
                    <a:pt x="130" y="12"/>
                    <a:pt x="114" y="12"/>
                  </a:cubicBezTo>
                  <a:cubicBezTo>
                    <a:pt x="58" y="12"/>
                    <a:pt x="12" y="58"/>
                    <a:pt x="12" y="114"/>
                  </a:cubicBezTo>
                  <a:cubicBezTo>
                    <a:pt x="12" y="170"/>
                    <a:pt x="58" y="216"/>
                    <a:pt x="114" y="216"/>
                  </a:cubicBezTo>
                  <a:cubicBezTo>
                    <a:pt x="170" y="216"/>
                    <a:pt x="216" y="170"/>
                    <a:pt x="216" y="114"/>
                  </a:cubicBezTo>
                  <a:cubicBezTo>
                    <a:pt x="216" y="107"/>
                    <a:pt x="215" y="99"/>
                    <a:pt x="214" y="92"/>
                  </a:cubicBezTo>
                  <a:cubicBezTo>
                    <a:pt x="213" y="88"/>
                    <a:pt x="215" y="85"/>
                    <a:pt x="218" y="84"/>
                  </a:cubicBezTo>
                  <a:cubicBezTo>
                    <a:pt x="221" y="84"/>
                    <a:pt x="225" y="86"/>
                    <a:pt x="225" y="89"/>
                  </a:cubicBezTo>
                  <a:cubicBezTo>
                    <a:pt x="227" y="97"/>
                    <a:pt x="228" y="106"/>
                    <a:pt x="228" y="114"/>
                  </a:cubicBezTo>
                  <a:cubicBezTo>
                    <a:pt x="228" y="177"/>
                    <a:pt x="177" y="228"/>
                    <a:pt x="114" y="2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  <a:latin typeface="+mj-lt"/>
              </a:endParaRPr>
            </a:p>
          </p:txBody>
        </p:sp>
      </p:grpSp>
      <p:grpSp>
        <p:nvGrpSpPr>
          <p:cNvPr id="127" name="Group 78">
            <a:extLst>
              <a:ext uri="{FF2B5EF4-FFF2-40B4-BE49-F238E27FC236}">
                <a16:creationId xmlns:a16="http://schemas.microsoft.com/office/drawing/2014/main" id="{11722946-2303-184D-8463-D62F3154D89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953323" y="1958607"/>
            <a:ext cx="332545" cy="442701"/>
            <a:chOff x="5561" y="440"/>
            <a:chExt cx="320" cy="426"/>
          </a:xfrm>
          <a:solidFill>
            <a:schemeClr val="accent1"/>
          </a:solidFill>
        </p:grpSpPr>
        <p:sp>
          <p:nvSpPr>
            <p:cNvPr id="128" name="Freeform 79">
              <a:extLst>
                <a:ext uri="{FF2B5EF4-FFF2-40B4-BE49-F238E27FC236}">
                  <a16:creationId xmlns:a16="http://schemas.microsoft.com/office/drawing/2014/main" id="{B5E1DA5A-F0CE-4447-9220-974C2855E0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61" y="440"/>
              <a:ext cx="320" cy="426"/>
            </a:xfrm>
            <a:custGeom>
              <a:avLst/>
              <a:gdLst>
                <a:gd name="T0" fmla="*/ 210 w 216"/>
                <a:gd name="T1" fmla="*/ 288 h 288"/>
                <a:gd name="T2" fmla="*/ 6 w 216"/>
                <a:gd name="T3" fmla="*/ 288 h 288"/>
                <a:gd name="T4" fmla="*/ 0 w 216"/>
                <a:gd name="T5" fmla="*/ 282 h 288"/>
                <a:gd name="T6" fmla="*/ 0 w 216"/>
                <a:gd name="T7" fmla="*/ 6 h 288"/>
                <a:gd name="T8" fmla="*/ 6 w 216"/>
                <a:gd name="T9" fmla="*/ 0 h 288"/>
                <a:gd name="T10" fmla="*/ 138 w 216"/>
                <a:gd name="T11" fmla="*/ 0 h 288"/>
                <a:gd name="T12" fmla="*/ 142 w 216"/>
                <a:gd name="T13" fmla="*/ 2 h 288"/>
                <a:gd name="T14" fmla="*/ 214 w 216"/>
                <a:gd name="T15" fmla="*/ 74 h 288"/>
                <a:gd name="T16" fmla="*/ 216 w 216"/>
                <a:gd name="T17" fmla="*/ 78 h 288"/>
                <a:gd name="T18" fmla="*/ 216 w 216"/>
                <a:gd name="T19" fmla="*/ 282 h 288"/>
                <a:gd name="T20" fmla="*/ 210 w 216"/>
                <a:gd name="T21" fmla="*/ 288 h 288"/>
                <a:gd name="T22" fmla="*/ 12 w 216"/>
                <a:gd name="T23" fmla="*/ 276 h 288"/>
                <a:gd name="T24" fmla="*/ 204 w 216"/>
                <a:gd name="T25" fmla="*/ 276 h 288"/>
                <a:gd name="T26" fmla="*/ 204 w 216"/>
                <a:gd name="T27" fmla="*/ 81 h 288"/>
                <a:gd name="T28" fmla="*/ 136 w 216"/>
                <a:gd name="T29" fmla="*/ 12 h 288"/>
                <a:gd name="T30" fmla="*/ 12 w 216"/>
                <a:gd name="T31" fmla="*/ 12 h 288"/>
                <a:gd name="T32" fmla="*/ 12 w 216"/>
                <a:gd name="T33" fmla="*/ 276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6" h="288">
                  <a:moveTo>
                    <a:pt x="210" y="288"/>
                  </a:moveTo>
                  <a:cubicBezTo>
                    <a:pt x="6" y="288"/>
                    <a:pt x="6" y="288"/>
                    <a:pt x="6" y="288"/>
                  </a:cubicBezTo>
                  <a:cubicBezTo>
                    <a:pt x="3" y="288"/>
                    <a:pt x="0" y="286"/>
                    <a:pt x="0" y="28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40" y="0"/>
                    <a:pt x="141" y="1"/>
                    <a:pt x="142" y="2"/>
                  </a:cubicBezTo>
                  <a:cubicBezTo>
                    <a:pt x="214" y="74"/>
                    <a:pt x="214" y="74"/>
                    <a:pt x="214" y="74"/>
                  </a:cubicBezTo>
                  <a:cubicBezTo>
                    <a:pt x="216" y="75"/>
                    <a:pt x="216" y="77"/>
                    <a:pt x="216" y="78"/>
                  </a:cubicBezTo>
                  <a:cubicBezTo>
                    <a:pt x="216" y="282"/>
                    <a:pt x="216" y="282"/>
                    <a:pt x="216" y="282"/>
                  </a:cubicBezTo>
                  <a:cubicBezTo>
                    <a:pt x="216" y="286"/>
                    <a:pt x="214" y="288"/>
                    <a:pt x="210" y="288"/>
                  </a:cubicBezTo>
                  <a:close/>
                  <a:moveTo>
                    <a:pt x="12" y="276"/>
                  </a:moveTo>
                  <a:cubicBezTo>
                    <a:pt x="204" y="276"/>
                    <a:pt x="204" y="276"/>
                    <a:pt x="204" y="276"/>
                  </a:cubicBezTo>
                  <a:cubicBezTo>
                    <a:pt x="204" y="81"/>
                    <a:pt x="204" y="81"/>
                    <a:pt x="204" y="81"/>
                  </a:cubicBezTo>
                  <a:cubicBezTo>
                    <a:pt x="136" y="12"/>
                    <a:pt x="136" y="12"/>
                    <a:pt x="1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2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29" name="Freeform 80">
              <a:extLst>
                <a:ext uri="{FF2B5EF4-FFF2-40B4-BE49-F238E27FC236}">
                  <a16:creationId xmlns:a16="http://schemas.microsoft.com/office/drawing/2014/main" id="{ABA3B36B-BE79-3540-89D8-3AD859FC58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7" y="440"/>
              <a:ext cx="124" cy="125"/>
            </a:xfrm>
            <a:custGeom>
              <a:avLst/>
              <a:gdLst>
                <a:gd name="T0" fmla="*/ 78 w 84"/>
                <a:gd name="T1" fmla="*/ 84 h 84"/>
                <a:gd name="T2" fmla="*/ 6 w 84"/>
                <a:gd name="T3" fmla="*/ 84 h 84"/>
                <a:gd name="T4" fmla="*/ 0 w 84"/>
                <a:gd name="T5" fmla="*/ 78 h 84"/>
                <a:gd name="T6" fmla="*/ 0 w 84"/>
                <a:gd name="T7" fmla="*/ 6 h 84"/>
                <a:gd name="T8" fmla="*/ 6 w 84"/>
                <a:gd name="T9" fmla="*/ 0 h 84"/>
                <a:gd name="T10" fmla="*/ 12 w 84"/>
                <a:gd name="T11" fmla="*/ 6 h 84"/>
                <a:gd name="T12" fmla="*/ 12 w 84"/>
                <a:gd name="T13" fmla="*/ 72 h 84"/>
                <a:gd name="T14" fmla="*/ 78 w 84"/>
                <a:gd name="T15" fmla="*/ 72 h 84"/>
                <a:gd name="T16" fmla="*/ 84 w 84"/>
                <a:gd name="T17" fmla="*/ 78 h 84"/>
                <a:gd name="T18" fmla="*/ 78 w 84"/>
                <a:gd name="T1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" h="84">
                  <a:moveTo>
                    <a:pt x="78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2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82" y="72"/>
                    <a:pt x="84" y="75"/>
                    <a:pt x="84" y="78"/>
                  </a:cubicBezTo>
                  <a:cubicBezTo>
                    <a:pt x="84" y="82"/>
                    <a:pt x="82" y="84"/>
                    <a:pt x="78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0" name="Freeform 81">
              <a:extLst>
                <a:ext uri="{FF2B5EF4-FFF2-40B4-BE49-F238E27FC236}">
                  <a16:creationId xmlns:a16="http://schemas.microsoft.com/office/drawing/2014/main" id="{25C5AFD0-4C23-1A40-A6D1-BE0869FC76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1" y="618"/>
              <a:ext cx="89" cy="17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3"/>
                    <a:pt x="60" y="6"/>
                  </a:cubicBezTo>
                  <a:cubicBezTo>
                    <a:pt x="60" y="10"/>
                    <a:pt x="58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1" name="Freeform 82">
              <a:extLst>
                <a:ext uri="{FF2B5EF4-FFF2-40B4-BE49-F238E27FC236}">
                  <a16:creationId xmlns:a16="http://schemas.microsoft.com/office/drawing/2014/main" id="{D412E5BA-BAFD-7249-9FD7-E1C872BDFC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1" y="689"/>
              <a:ext cx="89" cy="17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3"/>
                    <a:pt x="60" y="6"/>
                  </a:cubicBezTo>
                  <a:cubicBezTo>
                    <a:pt x="60" y="10"/>
                    <a:pt x="58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2" name="Freeform 83">
              <a:extLst>
                <a:ext uri="{FF2B5EF4-FFF2-40B4-BE49-F238E27FC236}">
                  <a16:creationId xmlns:a16="http://schemas.microsoft.com/office/drawing/2014/main" id="{427BAFDA-991B-DF4F-A7FE-4061E798691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1" y="760"/>
              <a:ext cx="89" cy="17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3"/>
                    <a:pt x="60" y="6"/>
                  </a:cubicBezTo>
                  <a:cubicBezTo>
                    <a:pt x="60" y="10"/>
                    <a:pt x="58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3" name="Freeform 84">
              <a:extLst>
                <a:ext uri="{FF2B5EF4-FFF2-40B4-BE49-F238E27FC236}">
                  <a16:creationId xmlns:a16="http://schemas.microsoft.com/office/drawing/2014/main" id="{B4508F28-8BDC-9245-9C66-6834A3DEB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4" y="582"/>
              <a:ext cx="91" cy="62"/>
            </a:xfrm>
            <a:custGeom>
              <a:avLst/>
              <a:gdLst>
                <a:gd name="T0" fmla="*/ 24 w 61"/>
                <a:gd name="T1" fmla="*/ 42 h 42"/>
                <a:gd name="T2" fmla="*/ 20 w 61"/>
                <a:gd name="T3" fmla="*/ 41 h 42"/>
                <a:gd name="T4" fmla="*/ 2 w 61"/>
                <a:gd name="T5" fmla="*/ 23 h 42"/>
                <a:gd name="T6" fmla="*/ 2 w 61"/>
                <a:gd name="T7" fmla="*/ 14 h 42"/>
                <a:gd name="T8" fmla="*/ 10 w 61"/>
                <a:gd name="T9" fmla="*/ 14 h 42"/>
                <a:gd name="T10" fmla="*/ 24 w 61"/>
                <a:gd name="T11" fmla="*/ 28 h 42"/>
                <a:gd name="T12" fmla="*/ 50 w 61"/>
                <a:gd name="T13" fmla="*/ 2 h 42"/>
                <a:gd name="T14" fmla="*/ 58 w 61"/>
                <a:gd name="T15" fmla="*/ 2 h 42"/>
                <a:gd name="T16" fmla="*/ 58 w 61"/>
                <a:gd name="T17" fmla="*/ 11 h 42"/>
                <a:gd name="T18" fmla="*/ 28 w 61"/>
                <a:gd name="T19" fmla="*/ 41 h 42"/>
                <a:gd name="T20" fmla="*/ 24 w 61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42">
                  <a:moveTo>
                    <a:pt x="24" y="42"/>
                  </a:moveTo>
                  <a:cubicBezTo>
                    <a:pt x="23" y="42"/>
                    <a:pt x="21" y="42"/>
                    <a:pt x="20" y="41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0" y="20"/>
                    <a:pt x="0" y="17"/>
                    <a:pt x="2" y="14"/>
                  </a:cubicBezTo>
                  <a:cubicBezTo>
                    <a:pt x="4" y="12"/>
                    <a:pt x="8" y="12"/>
                    <a:pt x="10" y="14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2" y="0"/>
                    <a:pt x="56" y="0"/>
                    <a:pt x="58" y="2"/>
                  </a:cubicBezTo>
                  <a:cubicBezTo>
                    <a:pt x="61" y="5"/>
                    <a:pt x="61" y="8"/>
                    <a:pt x="58" y="1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7" y="42"/>
                    <a:pt x="26" y="42"/>
                    <a:pt x="2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4" name="Freeform 85">
              <a:extLst>
                <a:ext uri="{FF2B5EF4-FFF2-40B4-BE49-F238E27FC236}">
                  <a16:creationId xmlns:a16="http://schemas.microsoft.com/office/drawing/2014/main" id="{4B821B86-B791-D441-90DA-D286CAEB56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4" y="653"/>
              <a:ext cx="91" cy="62"/>
            </a:xfrm>
            <a:custGeom>
              <a:avLst/>
              <a:gdLst>
                <a:gd name="T0" fmla="*/ 24 w 61"/>
                <a:gd name="T1" fmla="*/ 42 h 42"/>
                <a:gd name="T2" fmla="*/ 20 w 61"/>
                <a:gd name="T3" fmla="*/ 41 h 42"/>
                <a:gd name="T4" fmla="*/ 2 w 61"/>
                <a:gd name="T5" fmla="*/ 23 h 42"/>
                <a:gd name="T6" fmla="*/ 2 w 61"/>
                <a:gd name="T7" fmla="*/ 14 h 42"/>
                <a:gd name="T8" fmla="*/ 10 w 61"/>
                <a:gd name="T9" fmla="*/ 14 h 42"/>
                <a:gd name="T10" fmla="*/ 24 w 61"/>
                <a:gd name="T11" fmla="*/ 28 h 42"/>
                <a:gd name="T12" fmla="*/ 50 w 61"/>
                <a:gd name="T13" fmla="*/ 2 h 42"/>
                <a:gd name="T14" fmla="*/ 58 w 61"/>
                <a:gd name="T15" fmla="*/ 2 h 42"/>
                <a:gd name="T16" fmla="*/ 58 w 61"/>
                <a:gd name="T17" fmla="*/ 11 h 42"/>
                <a:gd name="T18" fmla="*/ 28 w 61"/>
                <a:gd name="T19" fmla="*/ 41 h 42"/>
                <a:gd name="T20" fmla="*/ 24 w 61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42">
                  <a:moveTo>
                    <a:pt x="24" y="42"/>
                  </a:moveTo>
                  <a:cubicBezTo>
                    <a:pt x="23" y="42"/>
                    <a:pt x="21" y="42"/>
                    <a:pt x="20" y="41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0" y="20"/>
                    <a:pt x="0" y="17"/>
                    <a:pt x="2" y="14"/>
                  </a:cubicBezTo>
                  <a:cubicBezTo>
                    <a:pt x="4" y="12"/>
                    <a:pt x="8" y="12"/>
                    <a:pt x="10" y="14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2" y="0"/>
                    <a:pt x="56" y="0"/>
                    <a:pt x="58" y="2"/>
                  </a:cubicBezTo>
                  <a:cubicBezTo>
                    <a:pt x="61" y="5"/>
                    <a:pt x="61" y="8"/>
                    <a:pt x="58" y="1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7" y="42"/>
                    <a:pt x="26" y="42"/>
                    <a:pt x="2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5" name="Freeform 86">
              <a:extLst>
                <a:ext uri="{FF2B5EF4-FFF2-40B4-BE49-F238E27FC236}">
                  <a16:creationId xmlns:a16="http://schemas.microsoft.com/office/drawing/2014/main" id="{0961530D-62F0-7F40-BD08-0D4F17005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4" y="724"/>
              <a:ext cx="91" cy="62"/>
            </a:xfrm>
            <a:custGeom>
              <a:avLst/>
              <a:gdLst>
                <a:gd name="T0" fmla="*/ 24 w 61"/>
                <a:gd name="T1" fmla="*/ 42 h 42"/>
                <a:gd name="T2" fmla="*/ 20 w 61"/>
                <a:gd name="T3" fmla="*/ 41 h 42"/>
                <a:gd name="T4" fmla="*/ 2 w 61"/>
                <a:gd name="T5" fmla="*/ 23 h 42"/>
                <a:gd name="T6" fmla="*/ 2 w 61"/>
                <a:gd name="T7" fmla="*/ 14 h 42"/>
                <a:gd name="T8" fmla="*/ 10 w 61"/>
                <a:gd name="T9" fmla="*/ 14 h 42"/>
                <a:gd name="T10" fmla="*/ 24 w 61"/>
                <a:gd name="T11" fmla="*/ 28 h 42"/>
                <a:gd name="T12" fmla="*/ 50 w 61"/>
                <a:gd name="T13" fmla="*/ 2 h 42"/>
                <a:gd name="T14" fmla="*/ 58 w 61"/>
                <a:gd name="T15" fmla="*/ 2 h 42"/>
                <a:gd name="T16" fmla="*/ 58 w 61"/>
                <a:gd name="T17" fmla="*/ 11 h 42"/>
                <a:gd name="T18" fmla="*/ 28 w 61"/>
                <a:gd name="T19" fmla="*/ 41 h 42"/>
                <a:gd name="T20" fmla="*/ 24 w 61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42">
                  <a:moveTo>
                    <a:pt x="24" y="42"/>
                  </a:moveTo>
                  <a:cubicBezTo>
                    <a:pt x="23" y="42"/>
                    <a:pt x="21" y="42"/>
                    <a:pt x="20" y="41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0" y="20"/>
                    <a:pt x="0" y="17"/>
                    <a:pt x="2" y="14"/>
                  </a:cubicBezTo>
                  <a:cubicBezTo>
                    <a:pt x="4" y="12"/>
                    <a:pt x="8" y="12"/>
                    <a:pt x="10" y="14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2" y="0"/>
                    <a:pt x="56" y="0"/>
                    <a:pt x="58" y="2"/>
                  </a:cubicBezTo>
                  <a:cubicBezTo>
                    <a:pt x="61" y="5"/>
                    <a:pt x="61" y="8"/>
                    <a:pt x="58" y="1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7" y="42"/>
                    <a:pt x="26" y="42"/>
                    <a:pt x="2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136" name="Group 45">
            <a:extLst>
              <a:ext uri="{FF2B5EF4-FFF2-40B4-BE49-F238E27FC236}">
                <a16:creationId xmlns:a16="http://schemas.microsoft.com/office/drawing/2014/main" id="{516FF822-0AC6-8F49-982F-1D1D7300DD4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83204" y="3116889"/>
            <a:ext cx="481666" cy="481666"/>
            <a:chOff x="5507" y="439"/>
            <a:chExt cx="426" cy="426"/>
          </a:xfrm>
          <a:solidFill>
            <a:schemeClr val="accent1"/>
          </a:solidFill>
        </p:grpSpPr>
        <p:sp>
          <p:nvSpPr>
            <p:cNvPr id="137" name="Freeform 46">
              <a:extLst>
                <a:ext uri="{FF2B5EF4-FFF2-40B4-BE49-F238E27FC236}">
                  <a16:creationId xmlns:a16="http://schemas.microsoft.com/office/drawing/2014/main" id="{F4B73D59-02E7-6541-B93C-C6650620AA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6" y="652"/>
              <a:ext cx="124" cy="124"/>
            </a:xfrm>
            <a:custGeom>
              <a:avLst/>
              <a:gdLst>
                <a:gd name="T0" fmla="*/ 42 w 84"/>
                <a:gd name="T1" fmla="*/ 84 h 84"/>
                <a:gd name="T2" fmla="*/ 0 w 84"/>
                <a:gd name="T3" fmla="*/ 42 h 84"/>
                <a:gd name="T4" fmla="*/ 42 w 84"/>
                <a:gd name="T5" fmla="*/ 0 h 84"/>
                <a:gd name="T6" fmla="*/ 84 w 84"/>
                <a:gd name="T7" fmla="*/ 42 h 84"/>
                <a:gd name="T8" fmla="*/ 42 w 84"/>
                <a:gd name="T9" fmla="*/ 84 h 84"/>
                <a:gd name="T10" fmla="*/ 42 w 84"/>
                <a:gd name="T11" fmla="*/ 12 h 84"/>
                <a:gd name="T12" fmla="*/ 12 w 84"/>
                <a:gd name="T13" fmla="*/ 42 h 84"/>
                <a:gd name="T14" fmla="*/ 42 w 84"/>
                <a:gd name="T15" fmla="*/ 72 h 84"/>
                <a:gd name="T16" fmla="*/ 72 w 84"/>
                <a:gd name="T17" fmla="*/ 42 h 84"/>
                <a:gd name="T18" fmla="*/ 42 w 84"/>
                <a:gd name="T19" fmla="*/ 1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" h="84">
                  <a:moveTo>
                    <a:pt x="42" y="84"/>
                  </a:moveTo>
                  <a:cubicBezTo>
                    <a:pt x="19" y="84"/>
                    <a:pt x="0" y="65"/>
                    <a:pt x="0" y="42"/>
                  </a:cubicBezTo>
                  <a:cubicBezTo>
                    <a:pt x="0" y="18"/>
                    <a:pt x="19" y="0"/>
                    <a:pt x="42" y="0"/>
                  </a:cubicBezTo>
                  <a:cubicBezTo>
                    <a:pt x="66" y="0"/>
                    <a:pt x="84" y="18"/>
                    <a:pt x="84" y="42"/>
                  </a:cubicBezTo>
                  <a:cubicBezTo>
                    <a:pt x="84" y="65"/>
                    <a:pt x="66" y="84"/>
                    <a:pt x="42" y="84"/>
                  </a:cubicBezTo>
                  <a:close/>
                  <a:moveTo>
                    <a:pt x="42" y="12"/>
                  </a:moveTo>
                  <a:cubicBezTo>
                    <a:pt x="26" y="12"/>
                    <a:pt x="12" y="25"/>
                    <a:pt x="12" y="42"/>
                  </a:cubicBezTo>
                  <a:cubicBezTo>
                    <a:pt x="12" y="58"/>
                    <a:pt x="26" y="72"/>
                    <a:pt x="42" y="72"/>
                  </a:cubicBezTo>
                  <a:cubicBezTo>
                    <a:pt x="59" y="72"/>
                    <a:pt x="72" y="58"/>
                    <a:pt x="72" y="42"/>
                  </a:cubicBezTo>
                  <a:cubicBezTo>
                    <a:pt x="72" y="25"/>
                    <a:pt x="59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8" name="Freeform 47">
              <a:extLst>
                <a:ext uri="{FF2B5EF4-FFF2-40B4-BE49-F238E27FC236}">
                  <a16:creationId xmlns:a16="http://schemas.microsoft.com/office/drawing/2014/main" id="{A069EDB2-D1F1-4B46-9633-D4A833BD8A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09" y="492"/>
              <a:ext cx="71" cy="71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8" y="0"/>
                    <a:pt x="48" y="10"/>
                    <a:pt x="48" y="24"/>
                  </a:cubicBezTo>
                  <a:cubicBezTo>
                    <a:pt x="48" y="37"/>
                    <a:pt x="38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7"/>
                    <a:pt x="12" y="24"/>
                  </a:cubicBezTo>
                  <a:cubicBezTo>
                    <a:pt x="12" y="30"/>
                    <a:pt x="18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9" name="Freeform 48">
              <a:extLst>
                <a:ext uri="{FF2B5EF4-FFF2-40B4-BE49-F238E27FC236}">
                  <a16:creationId xmlns:a16="http://schemas.microsoft.com/office/drawing/2014/main" id="{28E39315-063A-D84B-9973-3C71C544EA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07" y="563"/>
              <a:ext cx="302" cy="302"/>
            </a:xfrm>
            <a:custGeom>
              <a:avLst/>
              <a:gdLst>
                <a:gd name="T0" fmla="*/ 79 w 204"/>
                <a:gd name="T1" fmla="*/ 204 h 204"/>
                <a:gd name="T2" fmla="*/ 73 w 204"/>
                <a:gd name="T3" fmla="*/ 180 h 204"/>
                <a:gd name="T4" fmla="*/ 34 w 204"/>
                <a:gd name="T5" fmla="*/ 176 h 204"/>
                <a:gd name="T6" fmla="*/ 2 w 204"/>
                <a:gd name="T7" fmla="*/ 132 h 204"/>
                <a:gd name="T8" fmla="*/ 19 w 204"/>
                <a:gd name="T9" fmla="*/ 115 h 204"/>
                <a:gd name="T10" fmla="*/ 19 w 204"/>
                <a:gd name="T11" fmla="*/ 88 h 204"/>
                <a:gd name="T12" fmla="*/ 2 w 204"/>
                <a:gd name="T13" fmla="*/ 76 h 204"/>
                <a:gd name="T14" fmla="*/ 26 w 204"/>
                <a:gd name="T15" fmla="*/ 30 h 204"/>
                <a:gd name="T16" fmla="*/ 50 w 204"/>
                <a:gd name="T17" fmla="*/ 36 h 204"/>
                <a:gd name="T18" fmla="*/ 73 w 204"/>
                <a:gd name="T19" fmla="*/ 6 h 204"/>
                <a:gd name="T20" fmla="*/ 127 w 204"/>
                <a:gd name="T21" fmla="*/ 0 h 204"/>
                <a:gd name="T22" fmla="*/ 133 w 204"/>
                <a:gd name="T23" fmla="*/ 23 h 204"/>
                <a:gd name="T24" fmla="*/ 170 w 204"/>
                <a:gd name="T25" fmla="*/ 28 h 204"/>
                <a:gd name="T26" fmla="*/ 179 w 204"/>
                <a:gd name="T27" fmla="*/ 30 h 204"/>
                <a:gd name="T28" fmla="*/ 200 w 204"/>
                <a:gd name="T29" fmla="*/ 80 h 204"/>
                <a:gd name="T30" fmla="*/ 186 w 204"/>
                <a:gd name="T31" fmla="*/ 102 h 204"/>
                <a:gd name="T32" fmla="*/ 201 w 204"/>
                <a:gd name="T33" fmla="*/ 124 h 204"/>
                <a:gd name="T34" fmla="*/ 179 w 204"/>
                <a:gd name="T35" fmla="*/ 173 h 204"/>
                <a:gd name="T36" fmla="*/ 171 w 204"/>
                <a:gd name="T37" fmla="*/ 176 h 204"/>
                <a:gd name="T38" fmla="*/ 133 w 204"/>
                <a:gd name="T39" fmla="*/ 180 h 204"/>
                <a:gd name="T40" fmla="*/ 127 w 204"/>
                <a:gd name="T41" fmla="*/ 204 h 204"/>
                <a:gd name="T42" fmla="*/ 121 w 204"/>
                <a:gd name="T43" fmla="*/ 192 h 204"/>
                <a:gd name="T44" fmla="*/ 126 w 204"/>
                <a:gd name="T45" fmla="*/ 170 h 204"/>
                <a:gd name="T46" fmla="*/ 158 w 204"/>
                <a:gd name="T47" fmla="*/ 154 h 204"/>
                <a:gd name="T48" fmla="*/ 189 w 204"/>
                <a:gd name="T49" fmla="*/ 131 h 204"/>
                <a:gd name="T50" fmla="*/ 173 w 204"/>
                <a:gd name="T51" fmla="*/ 117 h 204"/>
                <a:gd name="T52" fmla="*/ 173 w 204"/>
                <a:gd name="T53" fmla="*/ 87 h 204"/>
                <a:gd name="T54" fmla="*/ 189 w 204"/>
                <a:gd name="T55" fmla="*/ 72 h 204"/>
                <a:gd name="T56" fmla="*/ 158 w 204"/>
                <a:gd name="T57" fmla="*/ 49 h 204"/>
                <a:gd name="T58" fmla="*/ 126 w 204"/>
                <a:gd name="T59" fmla="*/ 33 h 204"/>
                <a:gd name="T60" fmla="*/ 121 w 204"/>
                <a:gd name="T61" fmla="*/ 12 h 204"/>
                <a:gd name="T62" fmla="*/ 85 w 204"/>
                <a:gd name="T63" fmla="*/ 27 h 204"/>
                <a:gd name="T64" fmla="*/ 55 w 204"/>
                <a:gd name="T65" fmla="*/ 48 h 204"/>
                <a:gd name="T66" fmla="*/ 34 w 204"/>
                <a:gd name="T67" fmla="*/ 41 h 204"/>
                <a:gd name="T68" fmla="*/ 29 w 204"/>
                <a:gd name="T69" fmla="*/ 80 h 204"/>
                <a:gd name="T70" fmla="*/ 30 w 204"/>
                <a:gd name="T71" fmla="*/ 102 h 204"/>
                <a:gd name="T72" fmla="*/ 29 w 204"/>
                <a:gd name="T73" fmla="*/ 123 h 204"/>
                <a:gd name="T74" fmla="*/ 33 w 204"/>
                <a:gd name="T75" fmla="*/ 162 h 204"/>
                <a:gd name="T76" fmla="*/ 55 w 204"/>
                <a:gd name="T77" fmla="*/ 155 h 204"/>
                <a:gd name="T78" fmla="*/ 85 w 204"/>
                <a:gd name="T79" fmla="*/ 176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04" h="204">
                  <a:moveTo>
                    <a:pt x="127" y="204"/>
                  </a:moveTo>
                  <a:cubicBezTo>
                    <a:pt x="79" y="204"/>
                    <a:pt x="79" y="204"/>
                    <a:pt x="79" y="204"/>
                  </a:cubicBezTo>
                  <a:cubicBezTo>
                    <a:pt x="76" y="204"/>
                    <a:pt x="73" y="201"/>
                    <a:pt x="73" y="198"/>
                  </a:cubicBezTo>
                  <a:cubicBezTo>
                    <a:pt x="73" y="180"/>
                    <a:pt x="73" y="180"/>
                    <a:pt x="73" y="180"/>
                  </a:cubicBezTo>
                  <a:cubicBezTo>
                    <a:pt x="65" y="177"/>
                    <a:pt x="57" y="173"/>
                    <a:pt x="50" y="167"/>
                  </a:cubicBezTo>
                  <a:cubicBezTo>
                    <a:pt x="34" y="176"/>
                    <a:pt x="34" y="176"/>
                    <a:pt x="34" y="176"/>
                  </a:cubicBezTo>
                  <a:cubicBezTo>
                    <a:pt x="31" y="177"/>
                    <a:pt x="28" y="176"/>
                    <a:pt x="26" y="173"/>
                  </a:cubicBezTo>
                  <a:cubicBezTo>
                    <a:pt x="2" y="132"/>
                    <a:pt x="2" y="132"/>
                    <a:pt x="2" y="132"/>
                  </a:cubicBezTo>
                  <a:cubicBezTo>
                    <a:pt x="0" y="129"/>
                    <a:pt x="1" y="125"/>
                    <a:pt x="4" y="124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19" y="111"/>
                    <a:pt x="18" y="106"/>
                    <a:pt x="18" y="102"/>
                  </a:cubicBezTo>
                  <a:cubicBezTo>
                    <a:pt x="18" y="97"/>
                    <a:pt x="19" y="93"/>
                    <a:pt x="19" y="88"/>
                  </a:cubicBezTo>
                  <a:cubicBezTo>
                    <a:pt x="4" y="80"/>
                    <a:pt x="4" y="80"/>
                    <a:pt x="4" y="80"/>
                  </a:cubicBezTo>
                  <a:cubicBezTo>
                    <a:pt x="3" y="79"/>
                    <a:pt x="2" y="78"/>
                    <a:pt x="2" y="76"/>
                  </a:cubicBezTo>
                  <a:cubicBezTo>
                    <a:pt x="1" y="74"/>
                    <a:pt x="1" y="73"/>
                    <a:pt x="2" y="71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28" y="27"/>
                    <a:pt x="32" y="26"/>
                    <a:pt x="34" y="2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7" y="30"/>
                    <a:pt x="65" y="26"/>
                    <a:pt x="73" y="23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3" y="2"/>
                    <a:pt x="76" y="0"/>
                    <a:pt x="79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31" y="0"/>
                    <a:pt x="133" y="2"/>
                    <a:pt x="133" y="6"/>
                  </a:cubicBezTo>
                  <a:cubicBezTo>
                    <a:pt x="133" y="23"/>
                    <a:pt x="133" y="23"/>
                    <a:pt x="133" y="23"/>
                  </a:cubicBezTo>
                  <a:cubicBezTo>
                    <a:pt x="142" y="26"/>
                    <a:pt x="149" y="31"/>
                    <a:pt x="156" y="36"/>
                  </a:cubicBezTo>
                  <a:cubicBezTo>
                    <a:pt x="170" y="28"/>
                    <a:pt x="170" y="28"/>
                    <a:pt x="170" y="28"/>
                  </a:cubicBezTo>
                  <a:cubicBezTo>
                    <a:pt x="172" y="27"/>
                    <a:pt x="173" y="27"/>
                    <a:pt x="175" y="27"/>
                  </a:cubicBezTo>
                  <a:cubicBezTo>
                    <a:pt x="177" y="27"/>
                    <a:pt x="178" y="28"/>
                    <a:pt x="179" y="30"/>
                  </a:cubicBezTo>
                  <a:cubicBezTo>
                    <a:pt x="203" y="71"/>
                    <a:pt x="203" y="71"/>
                    <a:pt x="203" y="71"/>
                  </a:cubicBezTo>
                  <a:cubicBezTo>
                    <a:pt x="204" y="74"/>
                    <a:pt x="203" y="78"/>
                    <a:pt x="200" y="80"/>
                  </a:cubicBezTo>
                  <a:cubicBezTo>
                    <a:pt x="185" y="88"/>
                    <a:pt x="185" y="88"/>
                    <a:pt x="185" y="88"/>
                  </a:cubicBezTo>
                  <a:cubicBezTo>
                    <a:pt x="186" y="93"/>
                    <a:pt x="186" y="97"/>
                    <a:pt x="186" y="102"/>
                  </a:cubicBezTo>
                  <a:cubicBezTo>
                    <a:pt x="186" y="106"/>
                    <a:pt x="186" y="111"/>
                    <a:pt x="185" y="115"/>
                  </a:cubicBezTo>
                  <a:cubicBezTo>
                    <a:pt x="201" y="124"/>
                    <a:pt x="201" y="124"/>
                    <a:pt x="201" y="124"/>
                  </a:cubicBezTo>
                  <a:cubicBezTo>
                    <a:pt x="203" y="125"/>
                    <a:pt x="204" y="129"/>
                    <a:pt x="203" y="132"/>
                  </a:cubicBezTo>
                  <a:cubicBezTo>
                    <a:pt x="179" y="173"/>
                    <a:pt x="179" y="173"/>
                    <a:pt x="179" y="173"/>
                  </a:cubicBezTo>
                  <a:cubicBezTo>
                    <a:pt x="178" y="175"/>
                    <a:pt x="177" y="176"/>
                    <a:pt x="175" y="176"/>
                  </a:cubicBezTo>
                  <a:cubicBezTo>
                    <a:pt x="174" y="177"/>
                    <a:pt x="172" y="176"/>
                    <a:pt x="171" y="176"/>
                  </a:cubicBezTo>
                  <a:cubicBezTo>
                    <a:pt x="156" y="167"/>
                    <a:pt x="156" y="167"/>
                    <a:pt x="156" y="167"/>
                  </a:cubicBezTo>
                  <a:cubicBezTo>
                    <a:pt x="149" y="173"/>
                    <a:pt x="142" y="177"/>
                    <a:pt x="133" y="180"/>
                  </a:cubicBezTo>
                  <a:cubicBezTo>
                    <a:pt x="133" y="198"/>
                    <a:pt x="133" y="198"/>
                    <a:pt x="133" y="198"/>
                  </a:cubicBezTo>
                  <a:cubicBezTo>
                    <a:pt x="133" y="201"/>
                    <a:pt x="131" y="204"/>
                    <a:pt x="127" y="204"/>
                  </a:cubicBezTo>
                  <a:close/>
                  <a:moveTo>
                    <a:pt x="85" y="192"/>
                  </a:moveTo>
                  <a:cubicBezTo>
                    <a:pt x="121" y="192"/>
                    <a:pt x="121" y="192"/>
                    <a:pt x="121" y="192"/>
                  </a:cubicBezTo>
                  <a:cubicBezTo>
                    <a:pt x="121" y="176"/>
                    <a:pt x="121" y="176"/>
                    <a:pt x="121" y="176"/>
                  </a:cubicBezTo>
                  <a:cubicBezTo>
                    <a:pt x="121" y="173"/>
                    <a:pt x="123" y="171"/>
                    <a:pt x="126" y="170"/>
                  </a:cubicBezTo>
                  <a:cubicBezTo>
                    <a:pt x="136" y="167"/>
                    <a:pt x="143" y="162"/>
                    <a:pt x="151" y="155"/>
                  </a:cubicBezTo>
                  <a:cubicBezTo>
                    <a:pt x="153" y="153"/>
                    <a:pt x="156" y="153"/>
                    <a:pt x="158" y="154"/>
                  </a:cubicBezTo>
                  <a:cubicBezTo>
                    <a:pt x="172" y="162"/>
                    <a:pt x="172" y="162"/>
                    <a:pt x="172" y="162"/>
                  </a:cubicBezTo>
                  <a:cubicBezTo>
                    <a:pt x="189" y="131"/>
                    <a:pt x="189" y="131"/>
                    <a:pt x="189" y="131"/>
                  </a:cubicBezTo>
                  <a:cubicBezTo>
                    <a:pt x="176" y="123"/>
                    <a:pt x="176" y="123"/>
                    <a:pt x="176" y="123"/>
                  </a:cubicBezTo>
                  <a:cubicBezTo>
                    <a:pt x="173" y="122"/>
                    <a:pt x="172" y="119"/>
                    <a:pt x="173" y="117"/>
                  </a:cubicBezTo>
                  <a:cubicBezTo>
                    <a:pt x="174" y="112"/>
                    <a:pt x="174" y="107"/>
                    <a:pt x="174" y="102"/>
                  </a:cubicBezTo>
                  <a:cubicBezTo>
                    <a:pt x="174" y="97"/>
                    <a:pt x="174" y="92"/>
                    <a:pt x="173" y="87"/>
                  </a:cubicBezTo>
                  <a:cubicBezTo>
                    <a:pt x="172" y="84"/>
                    <a:pt x="173" y="81"/>
                    <a:pt x="176" y="80"/>
                  </a:cubicBezTo>
                  <a:cubicBezTo>
                    <a:pt x="189" y="72"/>
                    <a:pt x="189" y="72"/>
                    <a:pt x="189" y="72"/>
                  </a:cubicBezTo>
                  <a:cubicBezTo>
                    <a:pt x="171" y="41"/>
                    <a:pt x="171" y="41"/>
                    <a:pt x="171" y="41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6" y="50"/>
                    <a:pt x="153" y="50"/>
                    <a:pt x="151" y="48"/>
                  </a:cubicBezTo>
                  <a:cubicBezTo>
                    <a:pt x="143" y="41"/>
                    <a:pt x="136" y="36"/>
                    <a:pt x="126" y="33"/>
                  </a:cubicBezTo>
                  <a:cubicBezTo>
                    <a:pt x="123" y="33"/>
                    <a:pt x="121" y="30"/>
                    <a:pt x="121" y="27"/>
                  </a:cubicBezTo>
                  <a:cubicBezTo>
                    <a:pt x="121" y="12"/>
                    <a:pt x="121" y="12"/>
                    <a:pt x="121" y="12"/>
                  </a:cubicBezTo>
                  <a:cubicBezTo>
                    <a:pt x="85" y="12"/>
                    <a:pt x="85" y="12"/>
                    <a:pt x="85" y="12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30"/>
                    <a:pt x="83" y="32"/>
                    <a:pt x="81" y="33"/>
                  </a:cubicBezTo>
                  <a:cubicBezTo>
                    <a:pt x="71" y="36"/>
                    <a:pt x="63" y="40"/>
                    <a:pt x="55" y="48"/>
                  </a:cubicBezTo>
                  <a:cubicBezTo>
                    <a:pt x="53" y="50"/>
                    <a:pt x="50" y="50"/>
                    <a:pt x="48" y="49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29" y="80"/>
                    <a:pt x="29" y="80"/>
                    <a:pt x="29" y="80"/>
                  </a:cubicBezTo>
                  <a:cubicBezTo>
                    <a:pt x="31" y="81"/>
                    <a:pt x="33" y="84"/>
                    <a:pt x="32" y="87"/>
                  </a:cubicBezTo>
                  <a:cubicBezTo>
                    <a:pt x="31" y="92"/>
                    <a:pt x="30" y="97"/>
                    <a:pt x="30" y="102"/>
                  </a:cubicBezTo>
                  <a:cubicBezTo>
                    <a:pt x="30" y="107"/>
                    <a:pt x="31" y="112"/>
                    <a:pt x="32" y="117"/>
                  </a:cubicBezTo>
                  <a:cubicBezTo>
                    <a:pt x="33" y="119"/>
                    <a:pt x="31" y="122"/>
                    <a:pt x="29" y="123"/>
                  </a:cubicBezTo>
                  <a:cubicBezTo>
                    <a:pt x="15" y="131"/>
                    <a:pt x="15" y="131"/>
                    <a:pt x="15" y="131"/>
                  </a:cubicBezTo>
                  <a:cubicBezTo>
                    <a:pt x="33" y="162"/>
                    <a:pt x="33" y="162"/>
                    <a:pt x="33" y="162"/>
                  </a:cubicBezTo>
                  <a:cubicBezTo>
                    <a:pt x="48" y="154"/>
                    <a:pt x="48" y="154"/>
                    <a:pt x="48" y="154"/>
                  </a:cubicBezTo>
                  <a:cubicBezTo>
                    <a:pt x="50" y="153"/>
                    <a:pt x="53" y="153"/>
                    <a:pt x="55" y="155"/>
                  </a:cubicBezTo>
                  <a:cubicBezTo>
                    <a:pt x="63" y="163"/>
                    <a:pt x="71" y="167"/>
                    <a:pt x="81" y="170"/>
                  </a:cubicBezTo>
                  <a:cubicBezTo>
                    <a:pt x="83" y="171"/>
                    <a:pt x="85" y="173"/>
                    <a:pt x="85" y="176"/>
                  </a:cubicBezTo>
                  <a:lnTo>
                    <a:pt x="85" y="1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40" name="Freeform 49">
              <a:extLst>
                <a:ext uri="{FF2B5EF4-FFF2-40B4-BE49-F238E27FC236}">
                  <a16:creationId xmlns:a16="http://schemas.microsoft.com/office/drawing/2014/main" id="{25703F0B-4AFB-1142-AB77-64647188DC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57" y="439"/>
              <a:ext cx="176" cy="178"/>
            </a:xfrm>
            <a:custGeom>
              <a:avLst/>
              <a:gdLst>
                <a:gd name="T0" fmla="*/ 48 w 119"/>
                <a:gd name="T1" fmla="*/ 120 h 120"/>
                <a:gd name="T2" fmla="*/ 42 w 119"/>
                <a:gd name="T3" fmla="*/ 104 h 120"/>
                <a:gd name="T4" fmla="*/ 21 w 119"/>
                <a:gd name="T5" fmla="*/ 102 h 120"/>
                <a:gd name="T6" fmla="*/ 1 w 119"/>
                <a:gd name="T7" fmla="*/ 79 h 120"/>
                <a:gd name="T8" fmla="*/ 4 w 119"/>
                <a:gd name="T9" fmla="*/ 71 h 120"/>
                <a:gd name="T10" fmla="*/ 11 w 119"/>
                <a:gd name="T11" fmla="*/ 60 h 120"/>
                <a:gd name="T12" fmla="*/ 4 w 119"/>
                <a:gd name="T13" fmla="*/ 48 h 120"/>
                <a:gd name="T14" fmla="*/ 2 w 119"/>
                <a:gd name="T15" fmla="*/ 40 h 120"/>
                <a:gd name="T16" fmla="*/ 22 w 119"/>
                <a:gd name="T17" fmla="*/ 17 h 120"/>
                <a:gd name="T18" fmla="*/ 42 w 119"/>
                <a:gd name="T19" fmla="*/ 15 h 120"/>
                <a:gd name="T20" fmla="*/ 48 w 119"/>
                <a:gd name="T21" fmla="*/ 0 h 120"/>
                <a:gd name="T22" fmla="*/ 78 w 119"/>
                <a:gd name="T23" fmla="*/ 6 h 120"/>
                <a:gd name="T24" fmla="*/ 89 w 119"/>
                <a:gd name="T25" fmla="*/ 22 h 120"/>
                <a:gd name="T26" fmla="*/ 102 w 119"/>
                <a:gd name="T27" fmla="*/ 16 h 120"/>
                <a:gd name="T28" fmla="*/ 117 w 119"/>
                <a:gd name="T29" fmla="*/ 40 h 120"/>
                <a:gd name="T30" fmla="*/ 107 w 119"/>
                <a:gd name="T31" fmla="*/ 53 h 120"/>
                <a:gd name="T32" fmla="*/ 107 w 119"/>
                <a:gd name="T33" fmla="*/ 66 h 120"/>
                <a:gd name="T34" fmla="*/ 117 w 119"/>
                <a:gd name="T35" fmla="*/ 79 h 120"/>
                <a:gd name="T36" fmla="*/ 102 w 119"/>
                <a:gd name="T37" fmla="*/ 103 h 120"/>
                <a:gd name="T38" fmla="*/ 89 w 119"/>
                <a:gd name="T39" fmla="*/ 97 h 120"/>
                <a:gd name="T40" fmla="*/ 78 w 119"/>
                <a:gd name="T41" fmla="*/ 114 h 120"/>
                <a:gd name="T42" fmla="*/ 54 w 119"/>
                <a:gd name="T43" fmla="*/ 108 h 120"/>
                <a:gd name="T44" fmla="*/ 66 w 119"/>
                <a:gd name="T45" fmla="*/ 100 h 120"/>
                <a:gd name="T46" fmla="*/ 84 w 119"/>
                <a:gd name="T47" fmla="*/ 86 h 120"/>
                <a:gd name="T48" fmla="*/ 98 w 119"/>
                <a:gd name="T49" fmla="*/ 89 h 120"/>
                <a:gd name="T50" fmla="*/ 97 w 119"/>
                <a:gd name="T51" fmla="*/ 75 h 120"/>
                <a:gd name="T52" fmla="*/ 95 w 119"/>
                <a:gd name="T53" fmla="*/ 60 h 120"/>
                <a:gd name="T54" fmla="*/ 97 w 119"/>
                <a:gd name="T55" fmla="*/ 45 h 120"/>
                <a:gd name="T56" fmla="*/ 98 w 119"/>
                <a:gd name="T57" fmla="*/ 31 h 120"/>
                <a:gd name="T58" fmla="*/ 84 w 119"/>
                <a:gd name="T59" fmla="*/ 34 h 120"/>
                <a:gd name="T60" fmla="*/ 66 w 119"/>
                <a:gd name="T61" fmla="*/ 19 h 120"/>
                <a:gd name="T62" fmla="*/ 54 w 119"/>
                <a:gd name="T63" fmla="*/ 12 h 120"/>
                <a:gd name="T64" fmla="*/ 50 w 119"/>
                <a:gd name="T65" fmla="*/ 25 h 120"/>
                <a:gd name="T66" fmla="*/ 28 w 119"/>
                <a:gd name="T67" fmla="*/ 34 h 120"/>
                <a:gd name="T68" fmla="*/ 15 w 119"/>
                <a:gd name="T69" fmla="*/ 41 h 120"/>
                <a:gd name="T70" fmla="*/ 24 w 119"/>
                <a:gd name="T71" fmla="*/ 51 h 120"/>
                <a:gd name="T72" fmla="*/ 24 w 119"/>
                <a:gd name="T73" fmla="*/ 68 h 120"/>
                <a:gd name="T74" fmla="*/ 15 w 119"/>
                <a:gd name="T75" fmla="*/ 78 h 120"/>
                <a:gd name="T76" fmla="*/ 28 w 119"/>
                <a:gd name="T77" fmla="*/ 85 h 120"/>
                <a:gd name="T78" fmla="*/ 50 w 119"/>
                <a:gd name="T79" fmla="*/ 94 h 120"/>
                <a:gd name="T80" fmla="*/ 54 w 119"/>
                <a:gd name="T81" fmla="*/ 10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19" h="120">
                  <a:moveTo>
                    <a:pt x="72" y="120"/>
                  </a:moveTo>
                  <a:cubicBezTo>
                    <a:pt x="48" y="120"/>
                    <a:pt x="48" y="120"/>
                    <a:pt x="48" y="120"/>
                  </a:cubicBezTo>
                  <a:cubicBezTo>
                    <a:pt x="45" y="120"/>
                    <a:pt x="42" y="117"/>
                    <a:pt x="42" y="114"/>
                  </a:cubicBezTo>
                  <a:cubicBezTo>
                    <a:pt x="42" y="104"/>
                    <a:pt x="42" y="104"/>
                    <a:pt x="42" y="104"/>
                  </a:cubicBezTo>
                  <a:cubicBezTo>
                    <a:pt x="38" y="102"/>
                    <a:pt x="34" y="100"/>
                    <a:pt x="30" y="97"/>
                  </a:cubicBezTo>
                  <a:cubicBezTo>
                    <a:pt x="21" y="102"/>
                    <a:pt x="21" y="102"/>
                    <a:pt x="21" y="102"/>
                  </a:cubicBezTo>
                  <a:cubicBezTo>
                    <a:pt x="19" y="104"/>
                    <a:pt x="15" y="103"/>
                    <a:pt x="13" y="100"/>
                  </a:cubicBezTo>
                  <a:cubicBezTo>
                    <a:pt x="1" y="79"/>
                    <a:pt x="1" y="79"/>
                    <a:pt x="1" y="79"/>
                  </a:cubicBezTo>
                  <a:cubicBezTo>
                    <a:pt x="1" y="78"/>
                    <a:pt x="0" y="76"/>
                    <a:pt x="1" y="75"/>
                  </a:cubicBezTo>
                  <a:cubicBezTo>
                    <a:pt x="1" y="73"/>
                    <a:pt x="2" y="72"/>
                    <a:pt x="4" y="71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2" y="64"/>
                    <a:pt x="11" y="62"/>
                    <a:pt x="11" y="60"/>
                  </a:cubicBezTo>
                  <a:cubicBezTo>
                    <a:pt x="11" y="57"/>
                    <a:pt x="12" y="55"/>
                    <a:pt x="12" y="53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2" y="47"/>
                    <a:pt x="1" y="46"/>
                    <a:pt x="1" y="45"/>
                  </a:cubicBezTo>
                  <a:cubicBezTo>
                    <a:pt x="0" y="43"/>
                    <a:pt x="1" y="41"/>
                    <a:pt x="2" y="40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5" y="16"/>
                    <a:pt x="19" y="15"/>
                    <a:pt x="22" y="17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4" y="19"/>
                    <a:pt x="38" y="17"/>
                    <a:pt x="42" y="15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2" y="2"/>
                    <a:pt x="45" y="0"/>
                    <a:pt x="48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6" y="0"/>
                    <a:pt x="78" y="2"/>
                    <a:pt x="78" y="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2" y="17"/>
                    <a:pt x="86" y="19"/>
                    <a:pt x="89" y="22"/>
                  </a:cubicBezTo>
                  <a:cubicBezTo>
                    <a:pt x="97" y="17"/>
                    <a:pt x="97" y="17"/>
                    <a:pt x="97" y="17"/>
                  </a:cubicBezTo>
                  <a:cubicBezTo>
                    <a:pt x="98" y="16"/>
                    <a:pt x="100" y="16"/>
                    <a:pt x="102" y="16"/>
                  </a:cubicBezTo>
                  <a:cubicBezTo>
                    <a:pt x="103" y="17"/>
                    <a:pt x="105" y="18"/>
                    <a:pt x="105" y="19"/>
                  </a:cubicBezTo>
                  <a:cubicBezTo>
                    <a:pt x="117" y="40"/>
                    <a:pt x="117" y="40"/>
                    <a:pt x="117" y="40"/>
                  </a:cubicBezTo>
                  <a:cubicBezTo>
                    <a:pt x="119" y="43"/>
                    <a:pt x="118" y="47"/>
                    <a:pt x="115" y="48"/>
                  </a:cubicBezTo>
                  <a:cubicBezTo>
                    <a:pt x="107" y="53"/>
                    <a:pt x="107" y="53"/>
                    <a:pt x="107" y="53"/>
                  </a:cubicBezTo>
                  <a:cubicBezTo>
                    <a:pt x="107" y="55"/>
                    <a:pt x="107" y="57"/>
                    <a:pt x="107" y="60"/>
                  </a:cubicBezTo>
                  <a:cubicBezTo>
                    <a:pt x="107" y="62"/>
                    <a:pt x="107" y="64"/>
                    <a:pt x="107" y="66"/>
                  </a:cubicBezTo>
                  <a:cubicBezTo>
                    <a:pt x="115" y="71"/>
                    <a:pt x="115" y="71"/>
                    <a:pt x="115" y="71"/>
                  </a:cubicBezTo>
                  <a:cubicBezTo>
                    <a:pt x="118" y="73"/>
                    <a:pt x="119" y="76"/>
                    <a:pt x="117" y="79"/>
                  </a:cubicBezTo>
                  <a:cubicBezTo>
                    <a:pt x="106" y="100"/>
                    <a:pt x="106" y="100"/>
                    <a:pt x="106" y="100"/>
                  </a:cubicBezTo>
                  <a:cubicBezTo>
                    <a:pt x="105" y="101"/>
                    <a:pt x="103" y="102"/>
                    <a:pt x="102" y="103"/>
                  </a:cubicBezTo>
                  <a:cubicBezTo>
                    <a:pt x="100" y="103"/>
                    <a:pt x="99" y="103"/>
                    <a:pt x="97" y="102"/>
                  </a:cubicBezTo>
                  <a:cubicBezTo>
                    <a:pt x="89" y="97"/>
                    <a:pt x="89" y="97"/>
                    <a:pt x="89" y="97"/>
                  </a:cubicBezTo>
                  <a:cubicBezTo>
                    <a:pt x="86" y="100"/>
                    <a:pt x="82" y="102"/>
                    <a:pt x="78" y="10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7"/>
                    <a:pt x="76" y="120"/>
                    <a:pt x="72" y="120"/>
                  </a:cubicBezTo>
                  <a:close/>
                  <a:moveTo>
                    <a:pt x="54" y="108"/>
                  </a:moveTo>
                  <a:cubicBezTo>
                    <a:pt x="66" y="108"/>
                    <a:pt x="66" y="108"/>
                    <a:pt x="66" y="108"/>
                  </a:cubicBezTo>
                  <a:cubicBezTo>
                    <a:pt x="66" y="100"/>
                    <a:pt x="66" y="100"/>
                    <a:pt x="66" y="100"/>
                  </a:cubicBezTo>
                  <a:cubicBezTo>
                    <a:pt x="66" y="97"/>
                    <a:pt x="68" y="95"/>
                    <a:pt x="70" y="94"/>
                  </a:cubicBezTo>
                  <a:cubicBezTo>
                    <a:pt x="76" y="93"/>
                    <a:pt x="80" y="90"/>
                    <a:pt x="84" y="86"/>
                  </a:cubicBezTo>
                  <a:cubicBezTo>
                    <a:pt x="86" y="84"/>
                    <a:pt x="89" y="84"/>
                    <a:pt x="92" y="85"/>
                  </a:cubicBezTo>
                  <a:cubicBezTo>
                    <a:pt x="98" y="89"/>
                    <a:pt x="98" y="89"/>
                    <a:pt x="98" y="89"/>
                  </a:cubicBezTo>
                  <a:cubicBezTo>
                    <a:pt x="104" y="78"/>
                    <a:pt x="104" y="78"/>
                    <a:pt x="104" y="78"/>
                  </a:cubicBezTo>
                  <a:cubicBezTo>
                    <a:pt x="97" y="75"/>
                    <a:pt x="97" y="75"/>
                    <a:pt x="97" y="75"/>
                  </a:cubicBezTo>
                  <a:cubicBezTo>
                    <a:pt x="95" y="73"/>
                    <a:pt x="94" y="71"/>
                    <a:pt x="94" y="68"/>
                  </a:cubicBezTo>
                  <a:cubicBezTo>
                    <a:pt x="95" y="65"/>
                    <a:pt x="95" y="62"/>
                    <a:pt x="95" y="60"/>
                  </a:cubicBezTo>
                  <a:cubicBezTo>
                    <a:pt x="95" y="57"/>
                    <a:pt x="95" y="54"/>
                    <a:pt x="94" y="51"/>
                  </a:cubicBezTo>
                  <a:cubicBezTo>
                    <a:pt x="94" y="49"/>
                    <a:pt x="95" y="46"/>
                    <a:pt x="97" y="45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98" y="31"/>
                    <a:pt x="98" y="31"/>
                    <a:pt x="98" y="3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6"/>
                    <a:pt x="86" y="35"/>
                    <a:pt x="84" y="34"/>
                  </a:cubicBezTo>
                  <a:cubicBezTo>
                    <a:pt x="80" y="30"/>
                    <a:pt x="76" y="27"/>
                    <a:pt x="70" y="25"/>
                  </a:cubicBezTo>
                  <a:cubicBezTo>
                    <a:pt x="68" y="24"/>
                    <a:pt x="66" y="22"/>
                    <a:pt x="66" y="19"/>
                  </a:cubicBezTo>
                  <a:cubicBezTo>
                    <a:pt x="66" y="12"/>
                    <a:pt x="66" y="12"/>
                    <a:pt x="66" y="12"/>
                  </a:cubicBezTo>
                  <a:cubicBezTo>
                    <a:pt x="54" y="12"/>
                    <a:pt x="54" y="12"/>
                    <a:pt x="54" y="12"/>
                  </a:cubicBezTo>
                  <a:cubicBezTo>
                    <a:pt x="54" y="19"/>
                    <a:pt x="54" y="19"/>
                    <a:pt x="54" y="19"/>
                  </a:cubicBezTo>
                  <a:cubicBezTo>
                    <a:pt x="54" y="22"/>
                    <a:pt x="53" y="24"/>
                    <a:pt x="50" y="25"/>
                  </a:cubicBezTo>
                  <a:cubicBezTo>
                    <a:pt x="44" y="27"/>
                    <a:pt x="39" y="30"/>
                    <a:pt x="35" y="34"/>
                  </a:cubicBezTo>
                  <a:cubicBezTo>
                    <a:pt x="33" y="35"/>
                    <a:pt x="30" y="36"/>
                    <a:pt x="28" y="34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4" y="46"/>
                    <a:pt x="25" y="49"/>
                    <a:pt x="24" y="51"/>
                  </a:cubicBezTo>
                  <a:cubicBezTo>
                    <a:pt x="24" y="54"/>
                    <a:pt x="23" y="57"/>
                    <a:pt x="23" y="60"/>
                  </a:cubicBezTo>
                  <a:cubicBezTo>
                    <a:pt x="23" y="62"/>
                    <a:pt x="24" y="65"/>
                    <a:pt x="24" y="68"/>
                  </a:cubicBezTo>
                  <a:cubicBezTo>
                    <a:pt x="25" y="71"/>
                    <a:pt x="24" y="73"/>
                    <a:pt x="22" y="75"/>
                  </a:cubicBezTo>
                  <a:cubicBezTo>
                    <a:pt x="15" y="78"/>
                    <a:pt x="15" y="78"/>
                    <a:pt x="15" y="78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8" y="85"/>
                    <a:pt x="28" y="85"/>
                    <a:pt x="28" y="85"/>
                  </a:cubicBezTo>
                  <a:cubicBezTo>
                    <a:pt x="30" y="84"/>
                    <a:pt x="33" y="84"/>
                    <a:pt x="35" y="86"/>
                  </a:cubicBezTo>
                  <a:cubicBezTo>
                    <a:pt x="39" y="89"/>
                    <a:pt x="44" y="92"/>
                    <a:pt x="50" y="94"/>
                  </a:cubicBezTo>
                  <a:cubicBezTo>
                    <a:pt x="53" y="95"/>
                    <a:pt x="54" y="97"/>
                    <a:pt x="54" y="100"/>
                  </a:cubicBezTo>
                  <a:lnTo>
                    <a:pt x="54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141" name="Group 79">
            <a:extLst>
              <a:ext uri="{FF2B5EF4-FFF2-40B4-BE49-F238E27FC236}">
                <a16:creationId xmlns:a16="http://schemas.microsoft.com/office/drawing/2014/main" id="{F01FD265-4EA3-E648-9E9F-F7ED57259CE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608644" y="3186991"/>
            <a:ext cx="481666" cy="341462"/>
            <a:chOff x="3437" y="1784"/>
            <a:chExt cx="426" cy="302"/>
          </a:xfrm>
          <a:solidFill>
            <a:schemeClr val="accent1"/>
          </a:solidFill>
        </p:grpSpPr>
        <p:sp>
          <p:nvSpPr>
            <p:cNvPr id="142" name="Freeform 80">
              <a:extLst>
                <a:ext uri="{FF2B5EF4-FFF2-40B4-BE49-F238E27FC236}">
                  <a16:creationId xmlns:a16="http://schemas.microsoft.com/office/drawing/2014/main" id="{AD563135-6D41-B34F-8DBF-9789C1D2FC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14" y="1962"/>
              <a:ext cx="72" cy="70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7"/>
                    <a:pt x="12" y="24"/>
                  </a:cubicBezTo>
                  <a:cubicBezTo>
                    <a:pt x="12" y="30"/>
                    <a:pt x="18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3" name="Freeform 81">
              <a:extLst>
                <a:ext uri="{FF2B5EF4-FFF2-40B4-BE49-F238E27FC236}">
                  <a16:creationId xmlns:a16="http://schemas.microsoft.com/office/drawing/2014/main" id="{8E14FF8C-207B-F447-B912-AC19E04583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9" y="1880"/>
              <a:ext cx="108" cy="107"/>
            </a:xfrm>
            <a:custGeom>
              <a:avLst/>
              <a:gdLst>
                <a:gd name="T0" fmla="*/ 7 w 73"/>
                <a:gd name="T1" fmla="*/ 72 h 72"/>
                <a:gd name="T2" fmla="*/ 3 w 73"/>
                <a:gd name="T3" fmla="*/ 70 h 72"/>
                <a:gd name="T4" fmla="*/ 3 w 73"/>
                <a:gd name="T5" fmla="*/ 62 h 72"/>
                <a:gd name="T6" fmla="*/ 62 w 73"/>
                <a:gd name="T7" fmla="*/ 2 h 72"/>
                <a:gd name="T8" fmla="*/ 71 w 73"/>
                <a:gd name="T9" fmla="*/ 2 h 72"/>
                <a:gd name="T10" fmla="*/ 71 w 73"/>
                <a:gd name="T11" fmla="*/ 11 h 72"/>
                <a:gd name="T12" fmla="*/ 11 w 73"/>
                <a:gd name="T13" fmla="*/ 70 h 72"/>
                <a:gd name="T14" fmla="*/ 7 w 73"/>
                <a:gd name="T15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3" h="72">
                  <a:moveTo>
                    <a:pt x="7" y="72"/>
                  </a:moveTo>
                  <a:cubicBezTo>
                    <a:pt x="5" y="72"/>
                    <a:pt x="4" y="72"/>
                    <a:pt x="3" y="70"/>
                  </a:cubicBezTo>
                  <a:cubicBezTo>
                    <a:pt x="0" y="68"/>
                    <a:pt x="0" y="64"/>
                    <a:pt x="3" y="62"/>
                  </a:cubicBezTo>
                  <a:cubicBezTo>
                    <a:pt x="62" y="2"/>
                    <a:pt x="62" y="2"/>
                    <a:pt x="62" y="2"/>
                  </a:cubicBezTo>
                  <a:cubicBezTo>
                    <a:pt x="64" y="0"/>
                    <a:pt x="68" y="0"/>
                    <a:pt x="71" y="2"/>
                  </a:cubicBezTo>
                  <a:cubicBezTo>
                    <a:pt x="73" y="5"/>
                    <a:pt x="73" y="9"/>
                    <a:pt x="71" y="11"/>
                  </a:cubicBezTo>
                  <a:cubicBezTo>
                    <a:pt x="11" y="70"/>
                    <a:pt x="11" y="70"/>
                    <a:pt x="11" y="70"/>
                  </a:cubicBezTo>
                  <a:cubicBezTo>
                    <a:pt x="10" y="72"/>
                    <a:pt x="9" y="72"/>
                    <a:pt x="7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4" name="Freeform 82">
              <a:extLst>
                <a:ext uri="{FF2B5EF4-FFF2-40B4-BE49-F238E27FC236}">
                  <a16:creationId xmlns:a16="http://schemas.microsoft.com/office/drawing/2014/main" id="{D89E874B-0787-064A-B6EE-771B86487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" y="1997"/>
              <a:ext cx="54" cy="18"/>
            </a:xfrm>
            <a:custGeom>
              <a:avLst/>
              <a:gdLst>
                <a:gd name="T0" fmla="*/ 30 w 36"/>
                <a:gd name="T1" fmla="*/ 12 h 12"/>
                <a:gd name="T2" fmla="*/ 6 w 36"/>
                <a:gd name="T3" fmla="*/ 12 h 12"/>
                <a:gd name="T4" fmla="*/ 0 w 36"/>
                <a:gd name="T5" fmla="*/ 6 h 12"/>
                <a:gd name="T6" fmla="*/ 6 w 36"/>
                <a:gd name="T7" fmla="*/ 0 h 12"/>
                <a:gd name="T8" fmla="*/ 30 w 36"/>
                <a:gd name="T9" fmla="*/ 0 h 12"/>
                <a:gd name="T10" fmla="*/ 36 w 36"/>
                <a:gd name="T11" fmla="*/ 6 h 12"/>
                <a:gd name="T12" fmla="*/ 30 w 3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4" y="0"/>
                    <a:pt x="36" y="3"/>
                    <a:pt x="36" y="6"/>
                  </a:cubicBezTo>
                  <a:cubicBezTo>
                    <a:pt x="36" y="9"/>
                    <a:pt x="34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5" name="Freeform 83">
              <a:extLst>
                <a:ext uri="{FF2B5EF4-FFF2-40B4-BE49-F238E27FC236}">
                  <a16:creationId xmlns:a16="http://schemas.microsoft.com/office/drawing/2014/main" id="{B0BBC9BB-9478-DD40-9544-993DEB7E0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4" y="1997"/>
              <a:ext cx="54" cy="18"/>
            </a:xfrm>
            <a:custGeom>
              <a:avLst/>
              <a:gdLst>
                <a:gd name="T0" fmla="*/ 30 w 36"/>
                <a:gd name="T1" fmla="*/ 12 h 12"/>
                <a:gd name="T2" fmla="*/ 6 w 36"/>
                <a:gd name="T3" fmla="*/ 12 h 12"/>
                <a:gd name="T4" fmla="*/ 0 w 36"/>
                <a:gd name="T5" fmla="*/ 6 h 12"/>
                <a:gd name="T6" fmla="*/ 6 w 36"/>
                <a:gd name="T7" fmla="*/ 0 h 12"/>
                <a:gd name="T8" fmla="*/ 30 w 36"/>
                <a:gd name="T9" fmla="*/ 0 h 12"/>
                <a:gd name="T10" fmla="*/ 36 w 36"/>
                <a:gd name="T11" fmla="*/ 6 h 12"/>
                <a:gd name="T12" fmla="*/ 30 w 3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4" y="0"/>
                    <a:pt x="36" y="3"/>
                    <a:pt x="36" y="6"/>
                  </a:cubicBezTo>
                  <a:cubicBezTo>
                    <a:pt x="36" y="9"/>
                    <a:pt x="34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6" name="Freeform 84">
              <a:extLst>
                <a:ext uri="{FF2B5EF4-FFF2-40B4-BE49-F238E27FC236}">
                  <a16:creationId xmlns:a16="http://schemas.microsoft.com/office/drawing/2014/main" id="{52E27719-BDA4-694D-83C1-C827D694B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4" y="1922"/>
              <a:ext cx="52" cy="32"/>
            </a:xfrm>
            <a:custGeom>
              <a:avLst/>
              <a:gdLst>
                <a:gd name="T0" fmla="*/ 6 w 35"/>
                <a:gd name="T1" fmla="*/ 22 h 22"/>
                <a:gd name="T2" fmla="*/ 1 w 35"/>
                <a:gd name="T3" fmla="*/ 19 h 22"/>
                <a:gd name="T4" fmla="*/ 4 w 35"/>
                <a:gd name="T5" fmla="*/ 11 h 22"/>
                <a:gd name="T6" fmla="*/ 26 w 35"/>
                <a:gd name="T7" fmla="*/ 2 h 22"/>
                <a:gd name="T8" fmla="*/ 34 w 35"/>
                <a:gd name="T9" fmla="*/ 5 h 22"/>
                <a:gd name="T10" fmla="*/ 31 w 35"/>
                <a:gd name="T11" fmla="*/ 13 h 22"/>
                <a:gd name="T12" fmla="*/ 9 w 35"/>
                <a:gd name="T13" fmla="*/ 22 h 22"/>
                <a:gd name="T14" fmla="*/ 6 w 35"/>
                <a:gd name="T1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22">
                  <a:moveTo>
                    <a:pt x="6" y="22"/>
                  </a:moveTo>
                  <a:cubicBezTo>
                    <a:pt x="4" y="22"/>
                    <a:pt x="2" y="21"/>
                    <a:pt x="1" y="19"/>
                  </a:cubicBezTo>
                  <a:cubicBezTo>
                    <a:pt x="0" y="16"/>
                    <a:pt x="1" y="12"/>
                    <a:pt x="4" y="11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9" y="0"/>
                    <a:pt x="33" y="2"/>
                    <a:pt x="34" y="5"/>
                  </a:cubicBezTo>
                  <a:cubicBezTo>
                    <a:pt x="35" y="8"/>
                    <a:pt x="34" y="11"/>
                    <a:pt x="31" y="13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8" y="22"/>
                    <a:pt x="7" y="22"/>
                    <a:pt x="6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7" name="Freeform 85">
              <a:extLst>
                <a:ext uri="{FF2B5EF4-FFF2-40B4-BE49-F238E27FC236}">
                  <a16:creationId xmlns:a16="http://schemas.microsoft.com/office/drawing/2014/main" id="{FF113834-5F02-6A41-9F8F-FFF2D91F56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1" y="1832"/>
              <a:ext cx="34" cy="51"/>
            </a:xfrm>
            <a:custGeom>
              <a:avLst/>
              <a:gdLst>
                <a:gd name="T0" fmla="*/ 7 w 23"/>
                <a:gd name="T1" fmla="*/ 35 h 35"/>
                <a:gd name="T2" fmla="*/ 4 w 23"/>
                <a:gd name="T3" fmla="*/ 34 h 35"/>
                <a:gd name="T4" fmla="*/ 1 w 23"/>
                <a:gd name="T5" fmla="*/ 26 h 35"/>
                <a:gd name="T6" fmla="*/ 10 w 23"/>
                <a:gd name="T7" fmla="*/ 4 h 35"/>
                <a:gd name="T8" fmla="*/ 18 w 23"/>
                <a:gd name="T9" fmla="*/ 1 h 35"/>
                <a:gd name="T10" fmla="*/ 21 w 23"/>
                <a:gd name="T11" fmla="*/ 9 h 35"/>
                <a:gd name="T12" fmla="*/ 12 w 23"/>
                <a:gd name="T13" fmla="*/ 31 h 35"/>
                <a:gd name="T14" fmla="*/ 7 w 23"/>
                <a:gd name="T15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35">
                  <a:moveTo>
                    <a:pt x="7" y="35"/>
                  </a:moveTo>
                  <a:cubicBezTo>
                    <a:pt x="6" y="35"/>
                    <a:pt x="5" y="35"/>
                    <a:pt x="4" y="34"/>
                  </a:cubicBezTo>
                  <a:cubicBezTo>
                    <a:pt x="1" y="33"/>
                    <a:pt x="0" y="29"/>
                    <a:pt x="1" y="26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2" y="1"/>
                    <a:pt x="15" y="0"/>
                    <a:pt x="18" y="1"/>
                  </a:cubicBezTo>
                  <a:cubicBezTo>
                    <a:pt x="21" y="2"/>
                    <a:pt x="23" y="6"/>
                    <a:pt x="21" y="9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1" y="33"/>
                    <a:pt x="9" y="35"/>
                    <a:pt x="7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8" name="Freeform 86">
              <a:extLst>
                <a:ext uri="{FF2B5EF4-FFF2-40B4-BE49-F238E27FC236}">
                  <a16:creationId xmlns:a16="http://schemas.microsoft.com/office/drawing/2014/main" id="{1F6BA6DB-8682-D240-BADC-571C019851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" y="1820"/>
              <a:ext cx="18" cy="53"/>
            </a:xfrm>
            <a:custGeom>
              <a:avLst/>
              <a:gdLst>
                <a:gd name="T0" fmla="*/ 6 w 12"/>
                <a:gd name="T1" fmla="*/ 36 h 36"/>
                <a:gd name="T2" fmla="*/ 0 w 12"/>
                <a:gd name="T3" fmla="*/ 30 h 36"/>
                <a:gd name="T4" fmla="*/ 0 w 12"/>
                <a:gd name="T5" fmla="*/ 6 h 36"/>
                <a:gd name="T6" fmla="*/ 6 w 12"/>
                <a:gd name="T7" fmla="*/ 0 h 36"/>
                <a:gd name="T8" fmla="*/ 12 w 12"/>
                <a:gd name="T9" fmla="*/ 6 h 36"/>
                <a:gd name="T10" fmla="*/ 12 w 12"/>
                <a:gd name="T11" fmla="*/ 30 h 36"/>
                <a:gd name="T12" fmla="*/ 6 w 12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36">
                  <a:moveTo>
                    <a:pt x="6" y="36"/>
                  </a:moveTo>
                  <a:cubicBezTo>
                    <a:pt x="3" y="36"/>
                    <a:pt x="0" y="33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2" y="33"/>
                    <a:pt x="10" y="36"/>
                    <a:pt x="6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9" name="Freeform 87">
              <a:extLst>
                <a:ext uri="{FF2B5EF4-FFF2-40B4-BE49-F238E27FC236}">
                  <a16:creationId xmlns:a16="http://schemas.microsoft.com/office/drawing/2014/main" id="{FE697EC8-E5DA-6C49-A676-2F10E8AEA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6" y="1832"/>
              <a:ext cx="34" cy="51"/>
            </a:xfrm>
            <a:custGeom>
              <a:avLst/>
              <a:gdLst>
                <a:gd name="T0" fmla="*/ 16 w 23"/>
                <a:gd name="T1" fmla="*/ 35 h 35"/>
                <a:gd name="T2" fmla="*/ 10 w 23"/>
                <a:gd name="T3" fmla="*/ 31 h 35"/>
                <a:gd name="T4" fmla="*/ 1 w 23"/>
                <a:gd name="T5" fmla="*/ 9 h 35"/>
                <a:gd name="T6" fmla="*/ 4 w 23"/>
                <a:gd name="T7" fmla="*/ 1 h 35"/>
                <a:gd name="T8" fmla="*/ 12 w 23"/>
                <a:gd name="T9" fmla="*/ 4 h 35"/>
                <a:gd name="T10" fmla="*/ 21 w 23"/>
                <a:gd name="T11" fmla="*/ 26 h 35"/>
                <a:gd name="T12" fmla="*/ 18 w 23"/>
                <a:gd name="T13" fmla="*/ 34 h 35"/>
                <a:gd name="T14" fmla="*/ 16 w 23"/>
                <a:gd name="T15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35">
                  <a:moveTo>
                    <a:pt x="16" y="35"/>
                  </a:moveTo>
                  <a:cubicBezTo>
                    <a:pt x="13" y="35"/>
                    <a:pt x="11" y="33"/>
                    <a:pt x="10" y="31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6"/>
                    <a:pt x="1" y="2"/>
                    <a:pt x="4" y="1"/>
                  </a:cubicBezTo>
                  <a:cubicBezTo>
                    <a:pt x="7" y="0"/>
                    <a:pt x="11" y="1"/>
                    <a:pt x="12" y="4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3" y="29"/>
                    <a:pt x="21" y="33"/>
                    <a:pt x="18" y="34"/>
                  </a:cubicBezTo>
                  <a:cubicBezTo>
                    <a:pt x="17" y="35"/>
                    <a:pt x="17" y="35"/>
                    <a:pt x="16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50" name="Freeform 88">
              <a:extLst>
                <a:ext uri="{FF2B5EF4-FFF2-40B4-BE49-F238E27FC236}">
                  <a16:creationId xmlns:a16="http://schemas.microsoft.com/office/drawing/2014/main" id="{12D6C954-2EF3-BD42-BFB7-359D0D4F6A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1" y="1869"/>
              <a:ext cx="45" cy="42"/>
            </a:xfrm>
            <a:custGeom>
              <a:avLst/>
              <a:gdLst>
                <a:gd name="T0" fmla="*/ 24 w 30"/>
                <a:gd name="T1" fmla="*/ 29 h 29"/>
                <a:gd name="T2" fmla="*/ 19 w 30"/>
                <a:gd name="T3" fmla="*/ 27 h 29"/>
                <a:gd name="T4" fmla="*/ 2 w 30"/>
                <a:gd name="T5" fmla="*/ 10 h 29"/>
                <a:gd name="T6" fmla="*/ 2 w 30"/>
                <a:gd name="T7" fmla="*/ 2 h 29"/>
                <a:gd name="T8" fmla="*/ 11 w 30"/>
                <a:gd name="T9" fmla="*/ 2 h 29"/>
                <a:gd name="T10" fmla="*/ 28 w 30"/>
                <a:gd name="T11" fmla="*/ 19 h 29"/>
                <a:gd name="T12" fmla="*/ 28 w 30"/>
                <a:gd name="T13" fmla="*/ 27 h 29"/>
                <a:gd name="T14" fmla="*/ 24 w 30"/>
                <a:gd name="T1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29">
                  <a:moveTo>
                    <a:pt x="24" y="29"/>
                  </a:moveTo>
                  <a:cubicBezTo>
                    <a:pt x="22" y="29"/>
                    <a:pt x="21" y="29"/>
                    <a:pt x="19" y="27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0" y="8"/>
                    <a:pt x="0" y="4"/>
                    <a:pt x="2" y="2"/>
                  </a:cubicBezTo>
                  <a:cubicBezTo>
                    <a:pt x="5" y="0"/>
                    <a:pt x="9" y="0"/>
                    <a:pt x="11" y="2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30" y="21"/>
                    <a:pt x="30" y="25"/>
                    <a:pt x="28" y="27"/>
                  </a:cubicBezTo>
                  <a:cubicBezTo>
                    <a:pt x="27" y="29"/>
                    <a:pt x="25" y="29"/>
                    <a:pt x="24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51" name="Freeform 89">
              <a:extLst>
                <a:ext uri="{FF2B5EF4-FFF2-40B4-BE49-F238E27FC236}">
                  <a16:creationId xmlns:a16="http://schemas.microsoft.com/office/drawing/2014/main" id="{A35B7786-D1F2-4549-A514-FD155D87A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4" y="1922"/>
              <a:ext cx="54" cy="32"/>
            </a:xfrm>
            <a:custGeom>
              <a:avLst/>
              <a:gdLst>
                <a:gd name="T0" fmla="*/ 29 w 36"/>
                <a:gd name="T1" fmla="*/ 22 h 22"/>
                <a:gd name="T2" fmla="*/ 27 w 36"/>
                <a:gd name="T3" fmla="*/ 22 h 22"/>
                <a:gd name="T4" fmla="*/ 5 w 36"/>
                <a:gd name="T5" fmla="*/ 13 h 22"/>
                <a:gd name="T6" fmla="*/ 1 w 36"/>
                <a:gd name="T7" fmla="*/ 5 h 22"/>
                <a:gd name="T8" fmla="*/ 9 w 36"/>
                <a:gd name="T9" fmla="*/ 2 h 22"/>
                <a:gd name="T10" fmla="*/ 31 w 36"/>
                <a:gd name="T11" fmla="*/ 11 h 22"/>
                <a:gd name="T12" fmla="*/ 35 w 36"/>
                <a:gd name="T13" fmla="*/ 19 h 22"/>
                <a:gd name="T14" fmla="*/ 29 w 36"/>
                <a:gd name="T1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" h="22">
                  <a:moveTo>
                    <a:pt x="29" y="22"/>
                  </a:moveTo>
                  <a:cubicBezTo>
                    <a:pt x="28" y="22"/>
                    <a:pt x="28" y="22"/>
                    <a:pt x="27" y="22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2" y="11"/>
                    <a:pt x="0" y="8"/>
                    <a:pt x="1" y="5"/>
                  </a:cubicBezTo>
                  <a:cubicBezTo>
                    <a:pt x="3" y="2"/>
                    <a:pt x="6" y="0"/>
                    <a:pt x="9" y="2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4" y="12"/>
                    <a:pt x="36" y="16"/>
                    <a:pt x="35" y="19"/>
                  </a:cubicBezTo>
                  <a:cubicBezTo>
                    <a:pt x="34" y="21"/>
                    <a:pt x="31" y="22"/>
                    <a:pt x="29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52" name="Freeform 90">
              <a:extLst>
                <a:ext uri="{FF2B5EF4-FFF2-40B4-BE49-F238E27FC236}">
                  <a16:creationId xmlns:a16="http://schemas.microsoft.com/office/drawing/2014/main" id="{184AEB09-EB08-604B-AC9C-43039EE91D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37" y="1784"/>
              <a:ext cx="426" cy="302"/>
            </a:xfrm>
            <a:custGeom>
              <a:avLst/>
              <a:gdLst>
                <a:gd name="T0" fmla="*/ 282 w 288"/>
                <a:gd name="T1" fmla="*/ 204 h 204"/>
                <a:gd name="T2" fmla="*/ 6 w 288"/>
                <a:gd name="T3" fmla="*/ 204 h 204"/>
                <a:gd name="T4" fmla="*/ 0 w 288"/>
                <a:gd name="T5" fmla="*/ 198 h 204"/>
                <a:gd name="T6" fmla="*/ 0 w 288"/>
                <a:gd name="T7" fmla="*/ 144 h 204"/>
                <a:gd name="T8" fmla="*/ 144 w 288"/>
                <a:gd name="T9" fmla="*/ 0 h 204"/>
                <a:gd name="T10" fmla="*/ 288 w 288"/>
                <a:gd name="T11" fmla="*/ 144 h 204"/>
                <a:gd name="T12" fmla="*/ 288 w 288"/>
                <a:gd name="T13" fmla="*/ 198 h 204"/>
                <a:gd name="T14" fmla="*/ 282 w 288"/>
                <a:gd name="T15" fmla="*/ 204 h 204"/>
                <a:gd name="T16" fmla="*/ 12 w 288"/>
                <a:gd name="T17" fmla="*/ 192 h 204"/>
                <a:gd name="T18" fmla="*/ 276 w 288"/>
                <a:gd name="T19" fmla="*/ 192 h 204"/>
                <a:gd name="T20" fmla="*/ 276 w 288"/>
                <a:gd name="T21" fmla="*/ 144 h 204"/>
                <a:gd name="T22" fmla="*/ 144 w 288"/>
                <a:gd name="T23" fmla="*/ 12 h 204"/>
                <a:gd name="T24" fmla="*/ 12 w 288"/>
                <a:gd name="T25" fmla="*/ 144 h 204"/>
                <a:gd name="T26" fmla="*/ 12 w 288"/>
                <a:gd name="T27" fmla="*/ 192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8" h="204">
                  <a:moveTo>
                    <a:pt x="282" y="204"/>
                  </a:moveTo>
                  <a:cubicBezTo>
                    <a:pt x="6" y="204"/>
                    <a:pt x="6" y="204"/>
                    <a:pt x="6" y="204"/>
                  </a:cubicBezTo>
                  <a:cubicBezTo>
                    <a:pt x="3" y="204"/>
                    <a:pt x="0" y="201"/>
                    <a:pt x="0" y="198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0" y="64"/>
                    <a:pt x="65" y="0"/>
                    <a:pt x="144" y="0"/>
                  </a:cubicBezTo>
                  <a:cubicBezTo>
                    <a:pt x="224" y="0"/>
                    <a:pt x="288" y="64"/>
                    <a:pt x="288" y="144"/>
                  </a:cubicBezTo>
                  <a:cubicBezTo>
                    <a:pt x="288" y="198"/>
                    <a:pt x="288" y="198"/>
                    <a:pt x="288" y="198"/>
                  </a:cubicBezTo>
                  <a:cubicBezTo>
                    <a:pt x="288" y="201"/>
                    <a:pt x="286" y="204"/>
                    <a:pt x="282" y="204"/>
                  </a:cubicBezTo>
                  <a:close/>
                  <a:moveTo>
                    <a:pt x="12" y="192"/>
                  </a:moveTo>
                  <a:cubicBezTo>
                    <a:pt x="276" y="192"/>
                    <a:pt x="276" y="192"/>
                    <a:pt x="276" y="192"/>
                  </a:cubicBezTo>
                  <a:cubicBezTo>
                    <a:pt x="276" y="144"/>
                    <a:pt x="276" y="144"/>
                    <a:pt x="276" y="144"/>
                  </a:cubicBezTo>
                  <a:cubicBezTo>
                    <a:pt x="276" y="71"/>
                    <a:pt x="217" y="12"/>
                    <a:pt x="144" y="12"/>
                  </a:cubicBezTo>
                  <a:cubicBezTo>
                    <a:pt x="71" y="12"/>
                    <a:pt x="12" y="71"/>
                    <a:pt x="12" y="144"/>
                  </a:cubicBezTo>
                  <a:lnTo>
                    <a:pt x="12" y="1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</p:grpSp>
      <p:grpSp>
        <p:nvGrpSpPr>
          <p:cNvPr id="153" name="Group 59">
            <a:extLst>
              <a:ext uri="{FF2B5EF4-FFF2-40B4-BE49-F238E27FC236}">
                <a16:creationId xmlns:a16="http://schemas.microsoft.com/office/drawing/2014/main" id="{892D387B-5AA1-8044-8D45-614FDCB30B6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075617" y="3217044"/>
            <a:ext cx="466978" cy="281356"/>
            <a:chOff x="6554" y="532"/>
            <a:chExt cx="400" cy="241"/>
          </a:xfrm>
          <a:solidFill>
            <a:schemeClr val="accent1"/>
          </a:solidFill>
        </p:grpSpPr>
        <p:sp>
          <p:nvSpPr>
            <p:cNvPr id="154" name="Freeform 60">
              <a:extLst>
                <a:ext uri="{FF2B5EF4-FFF2-40B4-BE49-F238E27FC236}">
                  <a16:creationId xmlns:a16="http://schemas.microsoft.com/office/drawing/2014/main" id="{CA82DAE1-B4D6-1142-8988-789C66AB5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4" y="532"/>
              <a:ext cx="400" cy="241"/>
            </a:xfrm>
            <a:custGeom>
              <a:avLst/>
              <a:gdLst>
                <a:gd name="T0" fmla="*/ 6 w 271"/>
                <a:gd name="T1" fmla="*/ 163 h 163"/>
                <a:gd name="T2" fmla="*/ 2 w 271"/>
                <a:gd name="T3" fmla="*/ 161 h 163"/>
                <a:gd name="T4" fmla="*/ 2 w 271"/>
                <a:gd name="T5" fmla="*/ 153 h 163"/>
                <a:gd name="T6" fmla="*/ 98 w 271"/>
                <a:gd name="T7" fmla="*/ 45 h 163"/>
                <a:gd name="T8" fmla="*/ 106 w 271"/>
                <a:gd name="T9" fmla="*/ 44 h 163"/>
                <a:gd name="T10" fmla="*/ 174 w 271"/>
                <a:gd name="T11" fmla="*/ 100 h 163"/>
                <a:gd name="T12" fmla="*/ 260 w 271"/>
                <a:gd name="T13" fmla="*/ 3 h 163"/>
                <a:gd name="T14" fmla="*/ 268 w 271"/>
                <a:gd name="T15" fmla="*/ 2 h 163"/>
                <a:gd name="T16" fmla="*/ 269 w 271"/>
                <a:gd name="T17" fmla="*/ 11 h 163"/>
                <a:gd name="T18" fmla="*/ 179 w 271"/>
                <a:gd name="T19" fmla="*/ 113 h 163"/>
                <a:gd name="T20" fmla="*/ 171 w 271"/>
                <a:gd name="T21" fmla="*/ 113 h 163"/>
                <a:gd name="T22" fmla="*/ 103 w 271"/>
                <a:gd name="T23" fmla="*/ 57 h 163"/>
                <a:gd name="T24" fmla="*/ 11 w 271"/>
                <a:gd name="T25" fmla="*/ 161 h 163"/>
                <a:gd name="T26" fmla="*/ 6 w 271"/>
                <a:gd name="T27" fmla="*/ 163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71" h="163">
                  <a:moveTo>
                    <a:pt x="6" y="163"/>
                  </a:moveTo>
                  <a:cubicBezTo>
                    <a:pt x="5" y="163"/>
                    <a:pt x="4" y="162"/>
                    <a:pt x="2" y="161"/>
                  </a:cubicBezTo>
                  <a:cubicBezTo>
                    <a:pt x="0" y="159"/>
                    <a:pt x="0" y="155"/>
                    <a:pt x="2" y="153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0" y="42"/>
                    <a:pt x="104" y="42"/>
                    <a:pt x="106" y="44"/>
                  </a:cubicBezTo>
                  <a:cubicBezTo>
                    <a:pt x="174" y="100"/>
                    <a:pt x="174" y="100"/>
                    <a:pt x="174" y="100"/>
                  </a:cubicBezTo>
                  <a:cubicBezTo>
                    <a:pt x="260" y="3"/>
                    <a:pt x="260" y="3"/>
                    <a:pt x="260" y="3"/>
                  </a:cubicBezTo>
                  <a:cubicBezTo>
                    <a:pt x="262" y="0"/>
                    <a:pt x="266" y="0"/>
                    <a:pt x="268" y="2"/>
                  </a:cubicBezTo>
                  <a:cubicBezTo>
                    <a:pt x="271" y="5"/>
                    <a:pt x="271" y="8"/>
                    <a:pt x="269" y="11"/>
                  </a:cubicBezTo>
                  <a:cubicBezTo>
                    <a:pt x="179" y="113"/>
                    <a:pt x="179" y="113"/>
                    <a:pt x="179" y="113"/>
                  </a:cubicBezTo>
                  <a:cubicBezTo>
                    <a:pt x="177" y="115"/>
                    <a:pt x="173" y="116"/>
                    <a:pt x="171" y="113"/>
                  </a:cubicBezTo>
                  <a:cubicBezTo>
                    <a:pt x="103" y="57"/>
                    <a:pt x="103" y="57"/>
                    <a:pt x="103" y="57"/>
                  </a:cubicBezTo>
                  <a:cubicBezTo>
                    <a:pt x="11" y="161"/>
                    <a:pt x="11" y="161"/>
                    <a:pt x="11" y="161"/>
                  </a:cubicBezTo>
                  <a:cubicBezTo>
                    <a:pt x="10" y="162"/>
                    <a:pt x="8" y="163"/>
                    <a:pt x="6" y="1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55" name="Freeform 61">
              <a:extLst>
                <a:ext uri="{FF2B5EF4-FFF2-40B4-BE49-F238E27FC236}">
                  <a16:creationId xmlns:a16="http://schemas.microsoft.com/office/drawing/2014/main" id="{F6DD371E-5D02-AF4E-8FE8-2BC519C3177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2" y="534"/>
              <a:ext cx="141" cy="124"/>
            </a:xfrm>
            <a:custGeom>
              <a:avLst/>
              <a:gdLst>
                <a:gd name="T0" fmla="*/ 89 w 95"/>
                <a:gd name="T1" fmla="*/ 84 h 84"/>
                <a:gd name="T2" fmla="*/ 83 w 95"/>
                <a:gd name="T3" fmla="*/ 78 h 84"/>
                <a:gd name="T4" fmla="*/ 83 w 95"/>
                <a:gd name="T5" fmla="*/ 12 h 84"/>
                <a:gd name="T6" fmla="*/ 6 w 95"/>
                <a:gd name="T7" fmla="*/ 12 h 84"/>
                <a:gd name="T8" fmla="*/ 0 w 95"/>
                <a:gd name="T9" fmla="*/ 6 h 84"/>
                <a:gd name="T10" fmla="*/ 6 w 95"/>
                <a:gd name="T11" fmla="*/ 0 h 84"/>
                <a:gd name="T12" fmla="*/ 89 w 95"/>
                <a:gd name="T13" fmla="*/ 0 h 84"/>
                <a:gd name="T14" fmla="*/ 95 w 95"/>
                <a:gd name="T15" fmla="*/ 6 h 84"/>
                <a:gd name="T16" fmla="*/ 95 w 95"/>
                <a:gd name="T17" fmla="*/ 78 h 84"/>
                <a:gd name="T18" fmla="*/ 89 w 95"/>
                <a:gd name="T1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5" h="84">
                  <a:moveTo>
                    <a:pt x="89" y="84"/>
                  </a:moveTo>
                  <a:cubicBezTo>
                    <a:pt x="86" y="84"/>
                    <a:pt x="83" y="81"/>
                    <a:pt x="83" y="78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93" y="0"/>
                    <a:pt x="95" y="3"/>
                    <a:pt x="95" y="6"/>
                  </a:cubicBezTo>
                  <a:cubicBezTo>
                    <a:pt x="95" y="78"/>
                    <a:pt x="95" y="78"/>
                    <a:pt x="95" y="78"/>
                  </a:cubicBezTo>
                  <a:cubicBezTo>
                    <a:pt x="95" y="81"/>
                    <a:pt x="93" y="84"/>
                    <a:pt x="89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</p:grpSp>
      <p:grpSp>
        <p:nvGrpSpPr>
          <p:cNvPr id="156" name="Group 60">
            <a:extLst>
              <a:ext uri="{FF2B5EF4-FFF2-40B4-BE49-F238E27FC236}">
                <a16:creationId xmlns:a16="http://schemas.microsoft.com/office/drawing/2014/main" id="{909B4C50-0B6B-F940-B96B-0F025E25749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29567" y="3117577"/>
            <a:ext cx="491836" cy="480291"/>
            <a:chOff x="6726" y="600"/>
            <a:chExt cx="426" cy="416"/>
          </a:xfrm>
          <a:solidFill>
            <a:schemeClr val="accent1"/>
          </a:solidFill>
        </p:grpSpPr>
        <p:sp>
          <p:nvSpPr>
            <p:cNvPr id="157" name="Freeform 61">
              <a:extLst>
                <a:ext uri="{FF2B5EF4-FFF2-40B4-BE49-F238E27FC236}">
                  <a16:creationId xmlns:a16="http://schemas.microsoft.com/office/drawing/2014/main" id="{9C3A8E24-140A-A045-9B50-E9B4681002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6" y="999"/>
              <a:ext cx="426" cy="17"/>
            </a:xfrm>
            <a:custGeom>
              <a:avLst/>
              <a:gdLst>
                <a:gd name="T0" fmla="*/ 282 w 288"/>
                <a:gd name="T1" fmla="*/ 12 h 12"/>
                <a:gd name="T2" fmla="*/ 6 w 288"/>
                <a:gd name="T3" fmla="*/ 12 h 12"/>
                <a:gd name="T4" fmla="*/ 0 w 288"/>
                <a:gd name="T5" fmla="*/ 6 h 12"/>
                <a:gd name="T6" fmla="*/ 6 w 288"/>
                <a:gd name="T7" fmla="*/ 0 h 12"/>
                <a:gd name="T8" fmla="*/ 282 w 288"/>
                <a:gd name="T9" fmla="*/ 0 h 12"/>
                <a:gd name="T10" fmla="*/ 288 w 288"/>
                <a:gd name="T11" fmla="*/ 6 h 12"/>
                <a:gd name="T12" fmla="*/ 282 w 28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8" h="12">
                  <a:moveTo>
                    <a:pt x="28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10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5" y="0"/>
                    <a:pt x="288" y="3"/>
                    <a:pt x="288" y="6"/>
                  </a:cubicBezTo>
                  <a:cubicBezTo>
                    <a:pt x="288" y="10"/>
                    <a:pt x="285" y="12"/>
                    <a:pt x="28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Freeform 62">
              <a:extLst>
                <a:ext uri="{FF2B5EF4-FFF2-40B4-BE49-F238E27FC236}">
                  <a16:creationId xmlns:a16="http://schemas.microsoft.com/office/drawing/2014/main" id="{7B95F1FD-5650-BC4B-808D-C3715C5F40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44" y="912"/>
              <a:ext cx="71" cy="104"/>
            </a:xfrm>
            <a:custGeom>
              <a:avLst/>
              <a:gdLst>
                <a:gd name="T0" fmla="*/ 42 w 48"/>
                <a:gd name="T1" fmla="*/ 72 h 72"/>
                <a:gd name="T2" fmla="*/ 6 w 48"/>
                <a:gd name="T3" fmla="*/ 72 h 72"/>
                <a:gd name="T4" fmla="*/ 0 w 48"/>
                <a:gd name="T5" fmla="*/ 66 h 72"/>
                <a:gd name="T6" fmla="*/ 0 w 48"/>
                <a:gd name="T7" fmla="*/ 6 h 72"/>
                <a:gd name="T8" fmla="*/ 6 w 48"/>
                <a:gd name="T9" fmla="*/ 0 h 72"/>
                <a:gd name="T10" fmla="*/ 42 w 48"/>
                <a:gd name="T11" fmla="*/ 0 h 72"/>
                <a:gd name="T12" fmla="*/ 48 w 48"/>
                <a:gd name="T13" fmla="*/ 6 h 72"/>
                <a:gd name="T14" fmla="*/ 48 w 48"/>
                <a:gd name="T15" fmla="*/ 66 h 72"/>
                <a:gd name="T16" fmla="*/ 42 w 48"/>
                <a:gd name="T17" fmla="*/ 72 h 72"/>
                <a:gd name="T18" fmla="*/ 12 w 48"/>
                <a:gd name="T19" fmla="*/ 60 h 72"/>
                <a:gd name="T20" fmla="*/ 36 w 48"/>
                <a:gd name="T21" fmla="*/ 60 h 72"/>
                <a:gd name="T22" fmla="*/ 36 w 48"/>
                <a:gd name="T23" fmla="*/ 12 h 72"/>
                <a:gd name="T24" fmla="*/ 12 w 48"/>
                <a:gd name="T25" fmla="*/ 12 h 72"/>
                <a:gd name="T26" fmla="*/ 12 w 48"/>
                <a:gd name="T27" fmla="*/ 6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72">
                  <a:moveTo>
                    <a:pt x="42" y="72"/>
                  </a:moveTo>
                  <a:cubicBezTo>
                    <a:pt x="6" y="72"/>
                    <a:pt x="6" y="72"/>
                    <a:pt x="6" y="72"/>
                  </a:cubicBezTo>
                  <a:cubicBezTo>
                    <a:pt x="2" y="72"/>
                    <a:pt x="0" y="70"/>
                    <a:pt x="0" y="6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66"/>
                    <a:pt x="48" y="66"/>
                    <a:pt x="48" y="66"/>
                  </a:cubicBezTo>
                  <a:cubicBezTo>
                    <a:pt x="48" y="70"/>
                    <a:pt x="45" y="72"/>
                    <a:pt x="42" y="72"/>
                  </a:cubicBezTo>
                  <a:close/>
                  <a:moveTo>
                    <a:pt x="12" y="60"/>
                  </a:moveTo>
                  <a:cubicBezTo>
                    <a:pt x="36" y="60"/>
                    <a:pt x="36" y="60"/>
                    <a:pt x="36" y="60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Freeform 63">
              <a:extLst>
                <a:ext uri="{FF2B5EF4-FFF2-40B4-BE49-F238E27FC236}">
                  <a16:creationId xmlns:a16="http://schemas.microsoft.com/office/drawing/2014/main" id="{0ACA05DC-D168-ED4A-8F9D-48683873D7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0" y="826"/>
              <a:ext cx="71" cy="190"/>
            </a:xfrm>
            <a:custGeom>
              <a:avLst/>
              <a:gdLst>
                <a:gd name="T0" fmla="*/ 42 w 48"/>
                <a:gd name="T1" fmla="*/ 132 h 132"/>
                <a:gd name="T2" fmla="*/ 6 w 48"/>
                <a:gd name="T3" fmla="*/ 132 h 132"/>
                <a:gd name="T4" fmla="*/ 0 w 48"/>
                <a:gd name="T5" fmla="*/ 126 h 132"/>
                <a:gd name="T6" fmla="*/ 0 w 48"/>
                <a:gd name="T7" fmla="*/ 6 h 132"/>
                <a:gd name="T8" fmla="*/ 6 w 48"/>
                <a:gd name="T9" fmla="*/ 0 h 132"/>
                <a:gd name="T10" fmla="*/ 42 w 48"/>
                <a:gd name="T11" fmla="*/ 0 h 132"/>
                <a:gd name="T12" fmla="*/ 48 w 48"/>
                <a:gd name="T13" fmla="*/ 6 h 132"/>
                <a:gd name="T14" fmla="*/ 48 w 48"/>
                <a:gd name="T15" fmla="*/ 126 h 132"/>
                <a:gd name="T16" fmla="*/ 42 w 48"/>
                <a:gd name="T17" fmla="*/ 132 h 132"/>
                <a:gd name="T18" fmla="*/ 12 w 48"/>
                <a:gd name="T19" fmla="*/ 120 h 132"/>
                <a:gd name="T20" fmla="*/ 36 w 48"/>
                <a:gd name="T21" fmla="*/ 120 h 132"/>
                <a:gd name="T22" fmla="*/ 36 w 48"/>
                <a:gd name="T23" fmla="*/ 12 h 132"/>
                <a:gd name="T24" fmla="*/ 12 w 48"/>
                <a:gd name="T25" fmla="*/ 12 h 132"/>
                <a:gd name="T26" fmla="*/ 12 w 48"/>
                <a:gd name="T27" fmla="*/ 12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132">
                  <a:moveTo>
                    <a:pt x="42" y="132"/>
                  </a:moveTo>
                  <a:cubicBezTo>
                    <a:pt x="6" y="132"/>
                    <a:pt x="6" y="132"/>
                    <a:pt x="6" y="132"/>
                  </a:cubicBezTo>
                  <a:cubicBezTo>
                    <a:pt x="2" y="132"/>
                    <a:pt x="0" y="130"/>
                    <a:pt x="0" y="12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126"/>
                    <a:pt x="48" y="126"/>
                    <a:pt x="48" y="126"/>
                  </a:cubicBezTo>
                  <a:cubicBezTo>
                    <a:pt x="48" y="130"/>
                    <a:pt x="45" y="132"/>
                    <a:pt x="42" y="132"/>
                  </a:cubicBezTo>
                  <a:close/>
                  <a:moveTo>
                    <a:pt x="12" y="120"/>
                  </a:moveTo>
                  <a:cubicBezTo>
                    <a:pt x="36" y="120"/>
                    <a:pt x="36" y="120"/>
                    <a:pt x="36" y="120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Freeform 64">
              <a:extLst>
                <a:ext uri="{FF2B5EF4-FFF2-40B4-BE49-F238E27FC236}">
                  <a16:creationId xmlns:a16="http://schemas.microsoft.com/office/drawing/2014/main" id="{DEACE061-660B-B846-81F5-5CAC95D88A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57" y="860"/>
              <a:ext cx="71" cy="156"/>
            </a:xfrm>
            <a:custGeom>
              <a:avLst/>
              <a:gdLst>
                <a:gd name="T0" fmla="*/ 42 w 48"/>
                <a:gd name="T1" fmla="*/ 108 h 108"/>
                <a:gd name="T2" fmla="*/ 6 w 48"/>
                <a:gd name="T3" fmla="*/ 108 h 108"/>
                <a:gd name="T4" fmla="*/ 0 w 48"/>
                <a:gd name="T5" fmla="*/ 102 h 108"/>
                <a:gd name="T6" fmla="*/ 0 w 48"/>
                <a:gd name="T7" fmla="*/ 6 h 108"/>
                <a:gd name="T8" fmla="*/ 6 w 48"/>
                <a:gd name="T9" fmla="*/ 0 h 108"/>
                <a:gd name="T10" fmla="*/ 42 w 48"/>
                <a:gd name="T11" fmla="*/ 0 h 108"/>
                <a:gd name="T12" fmla="*/ 48 w 48"/>
                <a:gd name="T13" fmla="*/ 6 h 108"/>
                <a:gd name="T14" fmla="*/ 48 w 48"/>
                <a:gd name="T15" fmla="*/ 102 h 108"/>
                <a:gd name="T16" fmla="*/ 42 w 48"/>
                <a:gd name="T17" fmla="*/ 108 h 108"/>
                <a:gd name="T18" fmla="*/ 12 w 48"/>
                <a:gd name="T19" fmla="*/ 96 h 108"/>
                <a:gd name="T20" fmla="*/ 36 w 48"/>
                <a:gd name="T21" fmla="*/ 96 h 108"/>
                <a:gd name="T22" fmla="*/ 36 w 48"/>
                <a:gd name="T23" fmla="*/ 12 h 108"/>
                <a:gd name="T24" fmla="*/ 12 w 48"/>
                <a:gd name="T25" fmla="*/ 12 h 108"/>
                <a:gd name="T26" fmla="*/ 12 w 48"/>
                <a:gd name="T27" fmla="*/ 9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108">
                  <a:moveTo>
                    <a:pt x="42" y="108"/>
                  </a:moveTo>
                  <a:cubicBezTo>
                    <a:pt x="6" y="108"/>
                    <a:pt x="6" y="108"/>
                    <a:pt x="6" y="108"/>
                  </a:cubicBezTo>
                  <a:cubicBezTo>
                    <a:pt x="2" y="108"/>
                    <a:pt x="0" y="106"/>
                    <a:pt x="0" y="10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102"/>
                    <a:pt x="48" y="102"/>
                    <a:pt x="48" y="102"/>
                  </a:cubicBezTo>
                  <a:cubicBezTo>
                    <a:pt x="48" y="106"/>
                    <a:pt x="45" y="108"/>
                    <a:pt x="42" y="108"/>
                  </a:cubicBezTo>
                  <a:close/>
                  <a:moveTo>
                    <a:pt x="12" y="96"/>
                  </a:moveTo>
                  <a:cubicBezTo>
                    <a:pt x="36" y="96"/>
                    <a:pt x="36" y="96"/>
                    <a:pt x="36" y="96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Freeform 65">
              <a:extLst>
                <a:ext uri="{FF2B5EF4-FFF2-40B4-BE49-F238E27FC236}">
                  <a16:creationId xmlns:a16="http://schemas.microsoft.com/office/drawing/2014/main" id="{6C1EFCFD-1918-4C4B-9CE7-E8EFB1D43A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3" y="739"/>
              <a:ext cx="71" cy="277"/>
            </a:xfrm>
            <a:custGeom>
              <a:avLst/>
              <a:gdLst>
                <a:gd name="T0" fmla="*/ 42 w 48"/>
                <a:gd name="T1" fmla="*/ 192 h 192"/>
                <a:gd name="T2" fmla="*/ 6 w 48"/>
                <a:gd name="T3" fmla="*/ 192 h 192"/>
                <a:gd name="T4" fmla="*/ 0 w 48"/>
                <a:gd name="T5" fmla="*/ 186 h 192"/>
                <a:gd name="T6" fmla="*/ 0 w 48"/>
                <a:gd name="T7" fmla="*/ 6 h 192"/>
                <a:gd name="T8" fmla="*/ 6 w 48"/>
                <a:gd name="T9" fmla="*/ 0 h 192"/>
                <a:gd name="T10" fmla="*/ 42 w 48"/>
                <a:gd name="T11" fmla="*/ 0 h 192"/>
                <a:gd name="T12" fmla="*/ 48 w 48"/>
                <a:gd name="T13" fmla="*/ 6 h 192"/>
                <a:gd name="T14" fmla="*/ 48 w 48"/>
                <a:gd name="T15" fmla="*/ 186 h 192"/>
                <a:gd name="T16" fmla="*/ 42 w 48"/>
                <a:gd name="T17" fmla="*/ 192 h 192"/>
                <a:gd name="T18" fmla="*/ 12 w 48"/>
                <a:gd name="T19" fmla="*/ 180 h 192"/>
                <a:gd name="T20" fmla="*/ 36 w 48"/>
                <a:gd name="T21" fmla="*/ 180 h 192"/>
                <a:gd name="T22" fmla="*/ 36 w 48"/>
                <a:gd name="T23" fmla="*/ 12 h 192"/>
                <a:gd name="T24" fmla="*/ 12 w 48"/>
                <a:gd name="T25" fmla="*/ 12 h 192"/>
                <a:gd name="T26" fmla="*/ 12 w 48"/>
                <a:gd name="T27" fmla="*/ 180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192">
                  <a:moveTo>
                    <a:pt x="42" y="192"/>
                  </a:moveTo>
                  <a:cubicBezTo>
                    <a:pt x="6" y="192"/>
                    <a:pt x="6" y="192"/>
                    <a:pt x="6" y="192"/>
                  </a:cubicBezTo>
                  <a:cubicBezTo>
                    <a:pt x="2" y="192"/>
                    <a:pt x="0" y="190"/>
                    <a:pt x="0" y="18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186"/>
                    <a:pt x="48" y="186"/>
                    <a:pt x="48" y="186"/>
                  </a:cubicBezTo>
                  <a:cubicBezTo>
                    <a:pt x="48" y="190"/>
                    <a:pt x="45" y="192"/>
                    <a:pt x="42" y="192"/>
                  </a:cubicBezTo>
                  <a:close/>
                  <a:moveTo>
                    <a:pt x="12" y="180"/>
                  </a:moveTo>
                  <a:cubicBezTo>
                    <a:pt x="36" y="180"/>
                    <a:pt x="36" y="180"/>
                    <a:pt x="36" y="180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1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Freeform 66">
              <a:extLst>
                <a:ext uri="{FF2B5EF4-FFF2-40B4-BE49-F238E27FC236}">
                  <a16:creationId xmlns:a16="http://schemas.microsoft.com/office/drawing/2014/main" id="{E3276A80-6E12-C248-A63A-BDDBCB6DC2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53" y="774"/>
              <a:ext cx="53" cy="52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28" y="0"/>
                    <a:pt x="36" y="9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4" y="12"/>
                    <a:pt x="12" y="15"/>
                    <a:pt x="12" y="18"/>
                  </a:cubicBezTo>
                  <a:cubicBezTo>
                    <a:pt x="12" y="22"/>
                    <a:pt x="14" y="24"/>
                    <a:pt x="18" y="24"/>
                  </a:cubicBezTo>
                  <a:cubicBezTo>
                    <a:pt x="21" y="24"/>
                    <a:pt x="24" y="22"/>
                    <a:pt x="24" y="18"/>
                  </a:cubicBezTo>
                  <a:cubicBezTo>
                    <a:pt x="24" y="15"/>
                    <a:pt x="21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Freeform 67">
              <a:extLst>
                <a:ext uri="{FF2B5EF4-FFF2-40B4-BE49-F238E27FC236}">
                  <a16:creationId xmlns:a16="http://schemas.microsoft.com/office/drawing/2014/main" id="{FA66DBB2-838B-4C4A-BA40-168FEF0708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9" y="687"/>
              <a:ext cx="53" cy="52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28" y="0"/>
                    <a:pt x="36" y="9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4" y="12"/>
                    <a:pt x="12" y="15"/>
                    <a:pt x="12" y="18"/>
                  </a:cubicBezTo>
                  <a:cubicBezTo>
                    <a:pt x="12" y="22"/>
                    <a:pt x="14" y="24"/>
                    <a:pt x="18" y="24"/>
                  </a:cubicBezTo>
                  <a:cubicBezTo>
                    <a:pt x="21" y="24"/>
                    <a:pt x="24" y="22"/>
                    <a:pt x="24" y="18"/>
                  </a:cubicBezTo>
                  <a:cubicBezTo>
                    <a:pt x="24" y="15"/>
                    <a:pt x="21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Freeform 68">
              <a:extLst>
                <a:ext uri="{FF2B5EF4-FFF2-40B4-BE49-F238E27FC236}">
                  <a16:creationId xmlns:a16="http://schemas.microsoft.com/office/drawing/2014/main" id="{93019F76-8284-AF42-815A-EE8C56616E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66" y="722"/>
              <a:ext cx="53" cy="52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28" y="0"/>
                    <a:pt x="36" y="9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4" y="12"/>
                    <a:pt x="12" y="15"/>
                    <a:pt x="12" y="18"/>
                  </a:cubicBezTo>
                  <a:cubicBezTo>
                    <a:pt x="12" y="22"/>
                    <a:pt x="14" y="24"/>
                    <a:pt x="18" y="24"/>
                  </a:cubicBezTo>
                  <a:cubicBezTo>
                    <a:pt x="21" y="24"/>
                    <a:pt x="24" y="22"/>
                    <a:pt x="24" y="18"/>
                  </a:cubicBezTo>
                  <a:cubicBezTo>
                    <a:pt x="24" y="15"/>
                    <a:pt x="21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Freeform 69">
              <a:extLst>
                <a:ext uri="{FF2B5EF4-FFF2-40B4-BE49-F238E27FC236}">
                  <a16:creationId xmlns:a16="http://schemas.microsoft.com/office/drawing/2014/main" id="{994737E9-AB00-4844-A2D9-0292808793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72" y="600"/>
              <a:ext cx="54" cy="52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28" y="0"/>
                    <a:pt x="36" y="9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4" y="12"/>
                    <a:pt x="12" y="15"/>
                    <a:pt x="12" y="18"/>
                  </a:cubicBezTo>
                  <a:cubicBezTo>
                    <a:pt x="12" y="22"/>
                    <a:pt x="14" y="24"/>
                    <a:pt x="18" y="24"/>
                  </a:cubicBezTo>
                  <a:cubicBezTo>
                    <a:pt x="21" y="24"/>
                    <a:pt x="24" y="22"/>
                    <a:pt x="24" y="18"/>
                  </a:cubicBezTo>
                  <a:cubicBezTo>
                    <a:pt x="24" y="15"/>
                    <a:pt x="21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Freeform 70">
              <a:extLst>
                <a:ext uri="{FF2B5EF4-FFF2-40B4-BE49-F238E27FC236}">
                  <a16:creationId xmlns:a16="http://schemas.microsoft.com/office/drawing/2014/main" id="{31011639-86D2-1945-816C-1890494209C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2" y="714"/>
              <a:ext cx="99" cy="84"/>
            </a:xfrm>
            <a:custGeom>
              <a:avLst/>
              <a:gdLst>
                <a:gd name="T0" fmla="*/ 7 w 67"/>
                <a:gd name="T1" fmla="*/ 58 h 58"/>
                <a:gd name="T2" fmla="*/ 2 w 67"/>
                <a:gd name="T3" fmla="*/ 56 h 58"/>
                <a:gd name="T4" fmla="*/ 3 w 67"/>
                <a:gd name="T5" fmla="*/ 47 h 58"/>
                <a:gd name="T6" fmla="*/ 57 w 67"/>
                <a:gd name="T7" fmla="*/ 3 h 58"/>
                <a:gd name="T8" fmla="*/ 65 w 67"/>
                <a:gd name="T9" fmla="*/ 3 h 58"/>
                <a:gd name="T10" fmla="*/ 64 w 67"/>
                <a:gd name="T11" fmla="*/ 12 h 58"/>
                <a:gd name="T12" fmla="*/ 11 w 67"/>
                <a:gd name="T13" fmla="*/ 56 h 58"/>
                <a:gd name="T14" fmla="*/ 7 w 67"/>
                <a:gd name="T15" fmla="*/ 5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" h="58">
                  <a:moveTo>
                    <a:pt x="7" y="58"/>
                  </a:moveTo>
                  <a:cubicBezTo>
                    <a:pt x="5" y="58"/>
                    <a:pt x="3" y="57"/>
                    <a:pt x="2" y="56"/>
                  </a:cubicBezTo>
                  <a:cubicBezTo>
                    <a:pt x="0" y="53"/>
                    <a:pt x="0" y="49"/>
                    <a:pt x="3" y="47"/>
                  </a:cubicBezTo>
                  <a:cubicBezTo>
                    <a:pt x="57" y="3"/>
                    <a:pt x="57" y="3"/>
                    <a:pt x="57" y="3"/>
                  </a:cubicBezTo>
                  <a:cubicBezTo>
                    <a:pt x="59" y="0"/>
                    <a:pt x="63" y="1"/>
                    <a:pt x="65" y="3"/>
                  </a:cubicBezTo>
                  <a:cubicBezTo>
                    <a:pt x="67" y="6"/>
                    <a:pt x="67" y="10"/>
                    <a:pt x="64" y="12"/>
                  </a:cubicBezTo>
                  <a:cubicBezTo>
                    <a:pt x="11" y="56"/>
                    <a:pt x="11" y="56"/>
                    <a:pt x="11" y="56"/>
                  </a:cubicBezTo>
                  <a:cubicBezTo>
                    <a:pt x="10" y="57"/>
                    <a:pt x="8" y="58"/>
                    <a:pt x="7" y="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Freeform 71">
              <a:extLst>
                <a:ext uri="{FF2B5EF4-FFF2-40B4-BE49-F238E27FC236}">
                  <a16:creationId xmlns:a16="http://schemas.microsoft.com/office/drawing/2014/main" id="{351419A5-CCB8-0F4A-A9D8-85EBBC43D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2" y="708"/>
              <a:ext cx="93" cy="44"/>
            </a:xfrm>
            <a:custGeom>
              <a:avLst/>
              <a:gdLst>
                <a:gd name="T0" fmla="*/ 57 w 63"/>
                <a:gd name="T1" fmla="*/ 30 h 30"/>
                <a:gd name="T2" fmla="*/ 55 w 63"/>
                <a:gd name="T3" fmla="*/ 29 h 30"/>
                <a:gd name="T4" fmla="*/ 5 w 63"/>
                <a:gd name="T5" fmla="*/ 13 h 30"/>
                <a:gd name="T6" fmla="*/ 1 w 63"/>
                <a:gd name="T7" fmla="*/ 5 h 30"/>
                <a:gd name="T8" fmla="*/ 9 w 63"/>
                <a:gd name="T9" fmla="*/ 2 h 30"/>
                <a:gd name="T10" fmla="*/ 58 w 63"/>
                <a:gd name="T11" fmla="*/ 18 h 30"/>
                <a:gd name="T12" fmla="*/ 62 w 63"/>
                <a:gd name="T13" fmla="*/ 26 h 30"/>
                <a:gd name="T14" fmla="*/ 57 w 63"/>
                <a:gd name="T15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3" h="30">
                  <a:moveTo>
                    <a:pt x="57" y="30"/>
                  </a:moveTo>
                  <a:cubicBezTo>
                    <a:pt x="56" y="30"/>
                    <a:pt x="55" y="30"/>
                    <a:pt x="55" y="29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2" y="12"/>
                    <a:pt x="0" y="8"/>
                    <a:pt x="1" y="5"/>
                  </a:cubicBezTo>
                  <a:cubicBezTo>
                    <a:pt x="2" y="2"/>
                    <a:pt x="6" y="0"/>
                    <a:pt x="9" y="2"/>
                  </a:cubicBezTo>
                  <a:cubicBezTo>
                    <a:pt x="58" y="18"/>
                    <a:pt x="58" y="18"/>
                    <a:pt x="58" y="18"/>
                  </a:cubicBezTo>
                  <a:cubicBezTo>
                    <a:pt x="62" y="19"/>
                    <a:pt x="63" y="23"/>
                    <a:pt x="62" y="26"/>
                  </a:cubicBezTo>
                  <a:cubicBezTo>
                    <a:pt x="61" y="28"/>
                    <a:pt x="59" y="30"/>
                    <a:pt x="5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72">
              <a:extLst>
                <a:ext uri="{FF2B5EF4-FFF2-40B4-BE49-F238E27FC236}">
                  <a16:creationId xmlns:a16="http://schemas.microsoft.com/office/drawing/2014/main" id="{E9D27936-5D5D-614F-8C1C-7B1D6C8F5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4" y="630"/>
              <a:ext cx="103" cy="113"/>
            </a:xfrm>
            <a:custGeom>
              <a:avLst/>
              <a:gdLst>
                <a:gd name="T0" fmla="*/ 6 w 70"/>
                <a:gd name="T1" fmla="*/ 78 h 78"/>
                <a:gd name="T2" fmla="*/ 3 w 70"/>
                <a:gd name="T3" fmla="*/ 77 h 78"/>
                <a:gd name="T4" fmla="*/ 2 w 70"/>
                <a:gd name="T5" fmla="*/ 68 h 78"/>
                <a:gd name="T6" fmla="*/ 58 w 70"/>
                <a:gd name="T7" fmla="*/ 3 h 78"/>
                <a:gd name="T8" fmla="*/ 67 w 70"/>
                <a:gd name="T9" fmla="*/ 2 h 78"/>
                <a:gd name="T10" fmla="*/ 67 w 70"/>
                <a:gd name="T11" fmla="*/ 10 h 78"/>
                <a:gd name="T12" fmla="*/ 11 w 70"/>
                <a:gd name="T13" fmla="*/ 76 h 78"/>
                <a:gd name="T14" fmla="*/ 6 w 70"/>
                <a:gd name="T1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78">
                  <a:moveTo>
                    <a:pt x="6" y="78"/>
                  </a:moveTo>
                  <a:cubicBezTo>
                    <a:pt x="5" y="78"/>
                    <a:pt x="4" y="78"/>
                    <a:pt x="3" y="77"/>
                  </a:cubicBezTo>
                  <a:cubicBezTo>
                    <a:pt x="0" y="75"/>
                    <a:pt x="0" y="71"/>
                    <a:pt x="2" y="68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60" y="0"/>
                    <a:pt x="64" y="0"/>
                    <a:pt x="67" y="2"/>
                  </a:cubicBezTo>
                  <a:cubicBezTo>
                    <a:pt x="69" y="4"/>
                    <a:pt x="70" y="8"/>
                    <a:pt x="67" y="10"/>
                  </a:cubicBezTo>
                  <a:cubicBezTo>
                    <a:pt x="11" y="76"/>
                    <a:pt x="11" y="76"/>
                    <a:pt x="11" y="76"/>
                  </a:cubicBezTo>
                  <a:cubicBezTo>
                    <a:pt x="10" y="78"/>
                    <a:pt x="8" y="78"/>
                    <a:pt x="6" y="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69" name="Group 147">
            <a:extLst>
              <a:ext uri="{FF2B5EF4-FFF2-40B4-BE49-F238E27FC236}">
                <a16:creationId xmlns:a16="http://schemas.microsoft.com/office/drawing/2014/main" id="{1A45C7C7-247A-8046-A96E-AD1F982C8EF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602982" y="4317934"/>
            <a:ext cx="492991" cy="480291"/>
            <a:chOff x="4660" y="3155"/>
            <a:chExt cx="427" cy="416"/>
          </a:xfrm>
          <a:solidFill>
            <a:schemeClr val="accent1"/>
          </a:solidFill>
        </p:grpSpPr>
        <p:sp>
          <p:nvSpPr>
            <p:cNvPr id="170" name="Freeform 148">
              <a:extLst>
                <a:ext uri="{FF2B5EF4-FFF2-40B4-BE49-F238E27FC236}">
                  <a16:creationId xmlns:a16="http://schemas.microsoft.com/office/drawing/2014/main" id="{8E8C409B-9E97-C84A-B9D3-A35AAE508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2" y="3213"/>
              <a:ext cx="75" cy="72"/>
            </a:xfrm>
            <a:custGeom>
              <a:avLst/>
              <a:gdLst>
                <a:gd name="T0" fmla="*/ 7 w 51"/>
                <a:gd name="T1" fmla="*/ 50 h 50"/>
                <a:gd name="T2" fmla="*/ 3 w 51"/>
                <a:gd name="T3" fmla="*/ 48 h 50"/>
                <a:gd name="T4" fmla="*/ 3 w 51"/>
                <a:gd name="T5" fmla="*/ 40 h 50"/>
                <a:gd name="T6" fmla="*/ 40 w 51"/>
                <a:gd name="T7" fmla="*/ 3 h 50"/>
                <a:gd name="T8" fmla="*/ 49 w 51"/>
                <a:gd name="T9" fmla="*/ 3 h 50"/>
                <a:gd name="T10" fmla="*/ 49 w 51"/>
                <a:gd name="T11" fmla="*/ 11 h 50"/>
                <a:gd name="T12" fmla="*/ 11 w 51"/>
                <a:gd name="T13" fmla="*/ 48 h 50"/>
                <a:gd name="T14" fmla="*/ 7 w 51"/>
                <a:gd name="T15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1" h="50">
                  <a:moveTo>
                    <a:pt x="7" y="50"/>
                  </a:moveTo>
                  <a:cubicBezTo>
                    <a:pt x="6" y="50"/>
                    <a:pt x="4" y="49"/>
                    <a:pt x="3" y="48"/>
                  </a:cubicBezTo>
                  <a:cubicBezTo>
                    <a:pt x="0" y="46"/>
                    <a:pt x="0" y="42"/>
                    <a:pt x="3" y="40"/>
                  </a:cubicBezTo>
                  <a:cubicBezTo>
                    <a:pt x="40" y="3"/>
                    <a:pt x="40" y="3"/>
                    <a:pt x="40" y="3"/>
                  </a:cubicBezTo>
                  <a:cubicBezTo>
                    <a:pt x="42" y="0"/>
                    <a:pt x="46" y="0"/>
                    <a:pt x="49" y="3"/>
                  </a:cubicBezTo>
                  <a:cubicBezTo>
                    <a:pt x="51" y="5"/>
                    <a:pt x="51" y="9"/>
                    <a:pt x="49" y="11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0" y="49"/>
                    <a:pt x="9" y="50"/>
                    <a:pt x="7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1" name="Freeform 149">
              <a:extLst>
                <a:ext uri="{FF2B5EF4-FFF2-40B4-BE49-F238E27FC236}">
                  <a16:creationId xmlns:a16="http://schemas.microsoft.com/office/drawing/2014/main" id="{DA0B5ECD-870E-4848-9CD3-F2A48AAED9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98" y="3155"/>
              <a:ext cx="89" cy="87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ubicBezTo>
                    <a:pt x="60" y="46"/>
                    <a:pt x="47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2" name="Freeform 150">
              <a:extLst>
                <a:ext uri="{FF2B5EF4-FFF2-40B4-BE49-F238E27FC236}">
                  <a16:creationId xmlns:a16="http://schemas.microsoft.com/office/drawing/2014/main" id="{F35591AC-ECAA-6A44-8F99-819ED52E6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0" y="3457"/>
              <a:ext cx="57" cy="55"/>
            </a:xfrm>
            <a:custGeom>
              <a:avLst/>
              <a:gdLst>
                <a:gd name="T0" fmla="*/ 32 w 39"/>
                <a:gd name="T1" fmla="*/ 38 h 38"/>
                <a:gd name="T2" fmla="*/ 28 w 39"/>
                <a:gd name="T3" fmla="*/ 36 h 38"/>
                <a:gd name="T4" fmla="*/ 2 w 39"/>
                <a:gd name="T5" fmla="*/ 11 h 38"/>
                <a:gd name="T6" fmla="*/ 2 w 39"/>
                <a:gd name="T7" fmla="*/ 2 h 38"/>
                <a:gd name="T8" fmla="*/ 11 w 39"/>
                <a:gd name="T9" fmla="*/ 2 h 38"/>
                <a:gd name="T10" fmla="*/ 36 w 39"/>
                <a:gd name="T11" fmla="*/ 28 h 38"/>
                <a:gd name="T12" fmla="*/ 36 w 39"/>
                <a:gd name="T13" fmla="*/ 36 h 38"/>
                <a:gd name="T14" fmla="*/ 32 w 39"/>
                <a:gd name="T1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" h="38">
                  <a:moveTo>
                    <a:pt x="32" y="38"/>
                  </a:moveTo>
                  <a:cubicBezTo>
                    <a:pt x="30" y="38"/>
                    <a:pt x="29" y="37"/>
                    <a:pt x="28" y="36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8"/>
                    <a:pt x="0" y="4"/>
                    <a:pt x="2" y="2"/>
                  </a:cubicBezTo>
                  <a:cubicBezTo>
                    <a:pt x="5" y="0"/>
                    <a:pt x="8" y="0"/>
                    <a:pt x="11" y="2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9" y="30"/>
                    <a:pt x="39" y="34"/>
                    <a:pt x="36" y="36"/>
                  </a:cubicBezTo>
                  <a:cubicBezTo>
                    <a:pt x="35" y="37"/>
                    <a:pt x="33" y="38"/>
                    <a:pt x="32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3" name="Freeform 151">
              <a:extLst>
                <a:ext uri="{FF2B5EF4-FFF2-40B4-BE49-F238E27FC236}">
                  <a16:creationId xmlns:a16="http://schemas.microsoft.com/office/drawing/2014/main" id="{7C40EEF9-FCC2-A541-B120-A451408799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98" y="3485"/>
              <a:ext cx="89" cy="86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ubicBezTo>
                    <a:pt x="60" y="46"/>
                    <a:pt x="47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4" name="Freeform 152">
              <a:extLst>
                <a:ext uri="{FF2B5EF4-FFF2-40B4-BE49-F238E27FC236}">
                  <a16:creationId xmlns:a16="http://schemas.microsoft.com/office/drawing/2014/main" id="{A9892F93-4546-3D4E-B74D-759D573B70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0" y="3213"/>
              <a:ext cx="75" cy="72"/>
            </a:xfrm>
            <a:custGeom>
              <a:avLst/>
              <a:gdLst>
                <a:gd name="T0" fmla="*/ 44 w 51"/>
                <a:gd name="T1" fmla="*/ 50 h 50"/>
                <a:gd name="T2" fmla="*/ 40 w 51"/>
                <a:gd name="T3" fmla="*/ 48 h 50"/>
                <a:gd name="T4" fmla="*/ 3 w 51"/>
                <a:gd name="T5" fmla="*/ 11 h 50"/>
                <a:gd name="T6" fmla="*/ 2 w 51"/>
                <a:gd name="T7" fmla="*/ 3 h 50"/>
                <a:gd name="T8" fmla="*/ 11 w 51"/>
                <a:gd name="T9" fmla="*/ 3 h 50"/>
                <a:gd name="T10" fmla="*/ 48 w 51"/>
                <a:gd name="T11" fmla="*/ 40 h 50"/>
                <a:gd name="T12" fmla="*/ 48 w 51"/>
                <a:gd name="T13" fmla="*/ 48 h 50"/>
                <a:gd name="T14" fmla="*/ 44 w 51"/>
                <a:gd name="T15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1" h="50">
                  <a:moveTo>
                    <a:pt x="44" y="50"/>
                  </a:moveTo>
                  <a:cubicBezTo>
                    <a:pt x="43" y="50"/>
                    <a:pt x="41" y="49"/>
                    <a:pt x="40" y="48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0" y="9"/>
                    <a:pt x="0" y="5"/>
                    <a:pt x="2" y="3"/>
                  </a:cubicBezTo>
                  <a:cubicBezTo>
                    <a:pt x="5" y="0"/>
                    <a:pt x="9" y="0"/>
                    <a:pt x="11" y="3"/>
                  </a:cubicBezTo>
                  <a:cubicBezTo>
                    <a:pt x="48" y="40"/>
                    <a:pt x="48" y="40"/>
                    <a:pt x="48" y="40"/>
                  </a:cubicBezTo>
                  <a:cubicBezTo>
                    <a:pt x="51" y="42"/>
                    <a:pt x="51" y="46"/>
                    <a:pt x="48" y="48"/>
                  </a:cubicBezTo>
                  <a:cubicBezTo>
                    <a:pt x="47" y="49"/>
                    <a:pt x="46" y="50"/>
                    <a:pt x="44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5" name="Freeform 153">
              <a:extLst>
                <a:ext uri="{FF2B5EF4-FFF2-40B4-BE49-F238E27FC236}">
                  <a16:creationId xmlns:a16="http://schemas.microsoft.com/office/drawing/2014/main" id="{FC0B3E8E-2558-BE41-ADEB-7D5023F6BD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60" y="3155"/>
              <a:ext cx="89" cy="87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ubicBezTo>
                    <a:pt x="60" y="46"/>
                    <a:pt x="47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6" name="Freeform 154">
              <a:extLst>
                <a:ext uri="{FF2B5EF4-FFF2-40B4-BE49-F238E27FC236}">
                  <a16:creationId xmlns:a16="http://schemas.microsoft.com/office/drawing/2014/main" id="{AF5CD9F4-8D4C-B94E-A070-7BA0E2494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1" y="3457"/>
              <a:ext cx="56" cy="55"/>
            </a:xfrm>
            <a:custGeom>
              <a:avLst/>
              <a:gdLst>
                <a:gd name="T0" fmla="*/ 6 w 38"/>
                <a:gd name="T1" fmla="*/ 38 h 38"/>
                <a:gd name="T2" fmla="*/ 2 w 38"/>
                <a:gd name="T3" fmla="*/ 36 h 38"/>
                <a:gd name="T4" fmla="*/ 2 w 38"/>
                <a:gd name="T5" fmla="*/ 28 h 38"/>
                <a:gd name="T6" fmla="*/ 27 w 38"/>
                <a:gd name="T7" fmla="*/ 2 h 38"/>
                <a:gd name="T8" fmla="*/ 36 w 38"/>
                <a:gd name="T9" fmla="*/ 2 h 38"/>
                <a:gd name="T10" fmla="*/ 36 w 38"/>
                <a:gd name="T11" fmla="*/ 11 h 38"/>
                <a:gd name="T12" fmla="*/ 10 w 38"/>
                <a:gd name="T13" fmla="*/ 36 h 38"/>
                <a:gd name="T14" fmla="*/ 6 w 38"/>
                <a:gd name="T1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" h="38">
                  <a:moveTo>
                    <a:pt x="6" y="38"/>
                  </a:moveTo>
                  <a:cubicBezTo>
                    <a:pt x="5" y="38"/>
                    <a:pt x="3" y="37"/>
                    <a:pt x="2" y="36"/>
                  </a:cubicBezTo>
                  <a:cubicBezTo>
                    <a:pt x="0" y="34"/>
                    <a:pt x="0" y="30"/>
                    <a:pt x="2" y="28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30" y="0"/>
                    <a:pt x="33" y="0"/>
                    <a:pt x="36" y="2"/>
                  </a:cubicBezTo>
                  <a:cubicBezTo>
                    <a:pt x="38" y="4"/>
                    <a:pt x="38" y="8"/>
                    <a:pt x="36" y="11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9" y="37"/>
                    <a:pt x="8" y="38"/>
                    <a:pt x="6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7" name="Freeform 155">
              <a:extLst>
                <a:ext uri="{FF2B5EF4-FFF2-40B4-BE49-F238E27FC236}">
                  <a16:creationId xmlns:a16="http://schemas.microsoft.com/office/drawing/2014/main" id="{B1B15CB0-A7E5-BC4F-A0BC-F0DE234CCD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60" y="3485"/>
              <a:ext cx="89" cy="86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3" y="60"/>
                    <a:pt x="0" y="46"/>
                    <a:pt x="0" y="30"/>
                  </a:cubicBezTo>
                  <a:cubicBezTo>
                    <a:pt x="0" y="13"/>
                    <a:pt x="13" y="0"/>
                    <a:pt x="30" y="0"/>
                  </a:cubicBezTo>
                  <a:cubicBezTo>
                    <a:pt x="46" y="0"/>
                    <a:pt x="60" y="13"/>
                    <a:pt x="60" y="30"/>
                  </a:cubicBezTo>
                  <a:cubicBezTo>
                    <a:pt x="60" y="46"/>
                    <a:pt x="46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8" name="Freeform 156">
              <a:extLst>
                <a:ext uri="{FF2B5EF4-FFF2-40B4-BE49-F238E27FC236}">
                  <a16:creationId xmlns:a16="http://schemas.microsoft.com/office/drawing/2014/main" id="{67AB54EA-1D00-BA41-A554-14265C9BAD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" y="3346"/>
              <a:ext cx="72" cy="17"/>
            </a:xfrm>
            <a:custGeom>
              <a:avLst/>
              <a:gdLst>
                <a:gd name="T0" fmla="*/ 42 w 48"/>
                <a:gd name="T1" fmla="*/ 12 h 12"/>
                <a:gd name="T2" fmla="*/ 6 w 48"/>
                <a:gd name="T3" fmla="*/ 12 h 12"/>
                <a:gd name="T4" fmla="*/ 0 w 48"/>
                <a:gd name="T5" fmla="*/ 6 h 12"/>
                <a:gd name="T6" fmla="*/ 6 w 48"/>
                <a:gd name="T7" fmla="*/ 0 h 12"/>
                <a:gd name="T8" fmla="*/ 42 w 48"/>
                <a:gd name="T9" fmla="*/ 0 h 12"/>
                <a:gd name="T10" fmla="*/ 48 w 48"/>
                <a:gd name="T11" fmla="*/ 6 h 12"/>
                <a:gd name="T12" fmla="*/ 42 w 4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2"/>
                    <a:pt x="48" y="6"/>
                  </a:cubicBezTo>
                  <a:cubicBezTo>
                    <a:pt x="48" y="9"/>
                    <a:pt x="45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9" name="Freeform 157">
              <a:extLst>
                <a:ext uri="{FF2B5EF4-FFF2-40B4-BE49-F238E27FC236}">
                  <a16:creationId xmlns:a16="http://schemas.microsoft.com/office/drawing/2014/main" id="{7CFDB85D-494A-024F-86F2-B6983F221C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98" y="3311"/>
              <a:ext cx="89" cy="87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ubicBezTo>
                    <a:pt x="60" y="46"/>
                    <a:pt x="47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80" name="Freeform 158">
              <a:extLst>
                <a:ext uri="{FF2B5EF4-FFF2-40B4-BE49-F238E27FC236}">
                  <a16:creationId xmlns:a16="http://schemas.microsoft.com/office/drawing/2014/main" id="{29B1044C-E2D2-6641-83C4-F6039E8C3E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1" y="3346"/>
              <a:ext cx="71" cy="17"/>
            </a:xfrm>
            <a:custGeom>
              <a:avLst/>
              <a:gdLst>
                <a:gd name="T0" fmla="*/ 42 w 48"/>
                <a:gd name="T1" fmla="*/ 12 h 12"/>
                <a:gd name="T2" fmla="*/ 6 w 48"/>
                <a:gd name="T3" fmla="*/ 12 h 12"/>
                <a:gd name="T4" fmla="*/ 0 w 48"/>
                <a:gd name="T5" fmla="*/ 6 h 12"/>
                <a:gd name="T6" fmla="*/ 6 w 48"/>
                <a:gd name="T7" fmla="*/ 0 h 12"/>
                <a:gd name="T8" fmla="*/ 42 w 48"/>
                <a:gd name="T9" fmla="*/ 0 h 12"/>
                <a:gd name="T10" fmla="*/ 48 w 48"/>
                <a:gd name="T11" fmla="*/ 6 h 12"/>
                <a:gd name="T12" fmla="*/ 42 w 4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2"/>
                    <a:pt x="48" y="6"/>
                  </a:cubicBezTo>
                  <a:cubicBezTo>
                    <a:pt x="48" y="9"/>
                    <a:pt x="45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81" name="Freeform 159">
              <a:extLst>
                <a:ext uri="{FF2B5EF4-FFF2-40B4-BE49-F238E27FC236}">
                  <a16:creationId xmlns:a16="http://schemas.microsoft.com/office/drawing/2014/main" id="{D04495BF-6265-7A4F-9624-AF37EE9A7B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60" y="3311"/>
              <a:ext cx="89" cy="87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ubicBezTo>
                    <a:pt x="60" y="46"/>
                    <a:pt x="47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82" name="Oval 160">
              <a:extLst>
                <a:ext uri="{FF2B5EF4-FFF2-40B4-BE49-F238E27FC236}">
                  <a16:creationId xmlns:a16="http://schemas.microsoft.com/office/drawing/2014/main" id="{0DCD1D92-34C0-2940-9188-97E05488F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3434"/>
              <a:ext cx="29" cy="2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83" name="Freeform 161">
              <a:extLst>
                <a:ext uri="{FF2B5EF4-FFF2-40B4-BE49-F238E27FC236}">
                  <a16:creationId xmlns:a16="http://schemas.microsoft.com/office/drawing/2014/main" id="{7619177A-DB0B-F247-9FF6-F0476A03D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1" y="3275"/>
              <a:ext cx="107" cy="146"/>
            </a:xfrm>
            <a:custGeom>
              <a:avLst/>
              <a:gdLst>
                <a:gd name="T0" fmla="*/ 36 w 72"/>
                <a:gd name="T1" fmla="*/ 101 h 101"/>
                <a:gd name="T2" fmla="*/ 30 w 72"/>
                <a:gd name="T3" fmla="*/ 95 h 101"/>
                <a:gd name="T4" fmla="*/ 30 w 72"/>
                <a:gd name="T5" fmla="*/ 65 h 101"/>
                <a:gd name="T6" fmla="*/ 36 w 72"/>
                <a:gd name="T7" fmla="*/ 59 h 101"/>
                <a:gd name="T8" fmla="*/ 60 w 72"/>
                <a:gd name="T9" fmla="*/ 36 h 101"/>
                <a:gd name="T10" fmla="*/ 36 w 72"/>
                <a:gd name="T11" fmla="*/ 12 h 101"/>
                <a:gd name="T12" fmla="*/ 12 w 72"/>
                <a:gd name="T13" fmla="*/ 36 h 101"/>
                <a:gd name="T14" fmla="*/ 6 w 72"/>
                <a:gd name="T15" fmla="*/ 42 h 101"/>
                <a:gd name="T16" fmla="*/ 0 w 72"/>
                <a:gd name="T17" fmla="*/ 36 h 101"/>
                <a:gd name="T18" fmla="*/ 36 w 72"/>
                <a:gd name="T19" fmla="*/ 0 h 101"/>
                <a:gd name="T20" fmla="*/ 72 w 72"/>
                <a:gd name="T21" fmla="*/ 36 h 101"/>
                <a:gd name="T22" fmla="*/ 42 w 72"/>
                <a:gd name="T23" fmla="*/ 71 h 101"/>
                <a:gd name="T24" fmla="*/ 42 w 72"/>
                <a:gd name="T25" fmla="*/ 95 h 101"/>
                <a:gd name="T26" fmla="*/ 36 w 72"/>
                <a:gd name="T27" fmla="*/ 10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2" h="101">
                  <a:moveTo>
                    <a:pt x="36" y="101"/>
                  </a:moveTo>
                  <a:cubicBezTo>
                    <a:pt x="33" y="101"/>
                    <a:pt x="30" y="99"/>
                    <a:pt x="30" y="95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30" y="62"/>
                    <a:pt x="33" y="59"/>
                    <a:pt x="36" y="59"/>
                  </a:cubicBezTo>
                  <a:cubicBezTo>
                    <a:pt x="49" y="59"/>
                    <a:pt x="60" y="49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ubicBezTo>
                    <a:pt x="23" y="12"/>
                    <a:pt x="12" y="23"/>
                    <a:pt x="12" y="36"/>
                  </a:cubicBezTo>
                  <a:cubicBezTo>
                    <a:pt x="12" y="39"/>
                    <a:pt x="10" y="42"/>
                    <a:pt x="6" y="42"/>
                  </a:cubicBezTo>
                  <a:cubicBezTo>
                    <a:pt x="3" y="42"/>
                    <a:pt x="0" y="39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3"/>
                    <a:pt x="59" y="68"/>
                    <a:pt x="42" y="71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9"/>
                    <a:pt x="39" y="101"/>
                    <a:pt x="36" y="1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85" name="Group 98">
            <a:extLst>
              <a:ext uri="{FF2B5EF4-FFF2-40B4-BE49-F238E27FC236}">
                <a16:creationId xmlns:a16="http://schemas.microsoft.com/office/drawing/2014/main" id="{7C33E39D-1B8D-8E4E-9D4F-DA8DD65CA1F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23794" y="4324704"/>
            <a:ext cx="503382" cy="466750"/>
            <a:chOff x="348" y="3011"/>
            <a:chExt cx="426" cy="395"/>
          </a:xfrm>
          <a:solidFill>
            <a:schemeClr val="accent1"/>
          </a:solidFill>
        </p:grpSpPr>
        <p:sp>
          <p:nvSpPr>
            <p:cNvPr id="186" name="Freeform 99">
              <a:extLst>
                <a:ext uri="{FF2B5EF4-FFF2-40B4-BE49-F238E27FC236}">
                  <a16:creationId xmlns:a16="http://schemas.microsoft.com/office/drawing/2014/main" id="{AD8832E6-74B8-124A-AD34-263F9478BA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8" y="3011"/>
              <a:ext cx="426" cy="395"/>
            </a:xfrm>
            <a:custGeom>
              <a:avLst/>
              <a:gdLst>
                <a:gd name="T0" fmla="*/ 16 w 288"/>
                <a:gd name="T1" fmla="*/ 267 h 267"/>
                <a:gd name="T2" fmla="*/ 12 w 288"/>
                <a:gd name="T3" fmla="*/ 265 h 267"/>
                <a:gd name="T4" fmla="*/ 11 w 288"/>
                <a:gd name="T5" fmla="*/ 258 h 267"/>
                <a:gd name="T6" fmla="*/ 40 w 288"/>
                <a:gd name="T7" fmla="*/ 201 h 267"/>
                <a:gd name="T8" fmla="*/ 0 w 288"/>
                <a:gd name="T9" fmla="*/ 119 h 267"/>
                <a:gd name="T10" fmla="*/ 144 w 288"/>
                <a:gd name="T11" fmla="*/ 0 h 267"/>
                <a:gd name="T12" fmla="*/ 288 w 288"/>
                <a:gd name="T13" fmla="*/ 119 h 267"/>
                <a:gd name="T14" fmla="*/ 144 w 288"/>
                <a:gd name="T15" fmla="*/ 237 h 267"/>
                <a:gd name="T16" fmla="*/ 96 w 288"/>
                <a:gd name="T17" fmla="*/ 231 h 267"/>
                <a:gd name="T18" fmla="*/ 19 w 288"/>
                <a:gd name="T19" fmla="*/ 267 h 267"/>
                <a:gd name="T20" fmla="*/ 16 w 288"/>
                <a:gd name="T21" fmla="*/ 267 h 267"/>
                <a:gd name="T22" fmla="*/ 144 w 288"/>
                <a:gd name="T23" fmla="*/ 12 h 267"/>
                <a:gd name="T24" fmla="*/ 12 w 288"/>
                <a:gd name="T25" fmla="*/ 119 h 267"/>
                <a:gd name="T26" fmla="*/ 51 w 288"/>
                <a:gd name="T27" fmla="*/ 194 h 267"/>
                <a:gd name="T28" fmla="*/ 52 w 288"/>
                <a:gd name="T29" fmla="*/ 202 h 267"/>
                <a:gd name="T30" fmla="*/ 29 w 288"/>
                <a:gd name="T31" fmla="*/ 248 h 267"/>
                <a:gd name="T32" fmla="*/ 93 w 288"/>
                <a:gd name="T33" fmla="*/ 219 h 267"/>
                <a:gd name="T34" fmla="*/ 97 w 288"/>
                <a:gd name="T35" fmla="*/ 218 h 267"/>
                <a:gd name="T36" fmla="*/ 144 w 288"/>
                <a:gd name="T37" fmla="*/ 225 h 267"/>
                <a:gd name="T38" fmla="*/ 276 w 288"/>
                <a:gd name="T39" fmla="*/ 119 h 267"/>
                <a:gd name="T40" fmla="*/ 144 w 288"/>
                <a:gd name="T41" fmla="*/ 1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8" h="267">
                  <a:moveTo>
                    <a:pt x="16" y="267"/>
                  </a:moveTo>
                  <a:cubicBezTo>
                    <a:pt x="14" y="267"/>
                    <a:pt x="13" y="267"/>
                    <a:pt x="12" y="265"/>
                  </a:cubicBezTo>
                  <a:cubicBezTo>
                    <a:pt x="10" y="263"/>
                    <a:pt x="9" y="261"/>
                    <a:pt x="11" y="258"/>
                  </a:cubicBezTo>
                  <a:cubicBezTo>
                    <a:pt x="40" y="201"/>
                    <a:pt x="40" y="201"/>
                    <a:pt x="40" y="201"/>
                  </a:cubicBezTo>
                  <a:cubicBezTo>
                    <a:pt x="14" y="179"/>
                    <a:pt x="0" y="150"/>
                    <a:pt x="0" y="119"/>
                  </a:cubicBezTo>
                  <a:cubicBezTo>
                    <a:pt x="0" y="53"/>
                    <a:pt x="64" y="0"/>
                    <a:pt x="144" y="0"/>
                  </a:cubicBezTo>
                  <a:cubicBezTo>
                    <a:pt x="223" y="0"/>
                    <a:pt x="288" y="53"/>
                    <a:pt x="288" y="119"/>
                  </a:cubicBezTo>
                  <a:cubicBezTo>
                    <a:pt x="288" y="184"/>
                    <a:pt x="223" y="237"/>
                    <a:pt x="144" y="237"/>
                  </a:cubicBezTo>
                  <a:cubicBezTo>
                    <a:pt x="127" y="237"/>
                    <a:pt x="111" y="235"/>
                    <a:pt x="96" y="231"/>
                  </a:cubicBezTo>
                  <a:cubicBezTo>
                    <a:pt x="19" y="267"/>
                    <a:pt x="19" y="267"/>
                    <a:pt x="19" y="267"/>
                  </a:cubicBezTo>
                  <a:cubicBezTo>
                    <a:pt x="18" y="267"/>
                    <a:pt x="17" y="267"/>
                    <a:pt x="16" y="267"/>
                  </a:cubicBezTo>
                  <a:close/>
                  <a:moveTo>
                    <a:pt x="144" y="12"/>
                  </a:moveTo>
                  <a:cubicBezTo>
                    <a:pt x="71" y="12"/>
                    <a:pt x="12" y="60"/>
                    <a:pt x="12" y="119"/>
                  </a:cubicBezTo>
                  <a:cubicBezTo>
                    <a:pt x="12" y="147"/>
                    <a:pt x="26" y="174"/>
                    <a:pt x="51" y="194"/>
                  </a:cubicBezTo>
                  <a:cubicBezTo>
                    <a:pt x="53" y="196"/>
                    <a:pt x="54" y="199"/>
                    <a:pt x="52" y="202"/>
                  </a:cubicBezTo>
                  <a:cubicBezTo>
                    <a:pt x="29" y="248"/>
                    <a:pt x="29" y="248"/>
                    <a:pt x="29" y="248"/>
                  </a:cubicBezTo>
                  <a:cubicBezTo>
                    <a:pt x="93" y="219"/>
                    <a:pt x="93" y="219"/>
                    <a:pt x="93" y="219"/>
                  </a:cubicBezTo>
                  <a:cubicBezTo>
                    <a:pt x="94" y="218"/>
                    <a:pt x="96" y="218"/>
                    <a:pt x="97" y="218"/>
                  </a:cubicBezTo>
                  <a:cubicBezTo>
                    <a:pt x="112" y="223"/>
                    <a:pt x="128" y="225"/>
                    <a:pt x="144" y="225"/>
                  </a:cubicBezTo>
                  <a:cubicBezTo>
                    <a:pt x="216" y="225"/>
                    <a:pt x="276" y="178"/>
                    <a:pt x="276" y="119"/>
                  </a:cubicBezTo>
                  <a:cubicBezTo>
                    <a:pt x="276" y="60"/>
                    <a:pt x="216" y="12"/>
                    <a:pt x="1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87" name="Freeform 100">
              <a:extLst>
                <a:ext uri="{FF2B5EF4-FFF2-40B4-BE49-F238E27FC236}">
                  <a16:creationId xmlns:a16="http://schemas.microsoft.com/office/drawing/2014/main" id="{8A44DBE0-E9B2-D848-B6E3-CCE472D440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" y="3092"/>
              <a:ext cx="124" cy="145"/>
            </a:xfrm>
            <a:custGeom>
              <a:avLst/>
              <a:gdLst>
                <a:gd name="T0" fmla="*/ 42 w 84"/>
                <a:gd name="T1" fmla="*/ 98 h 98"/>
                <a:gd name="T2" fmla="*/ 36 w 84"/>
                <a:gd name="T3" fmla="*/ 92 h 98"/>
                <a:gd name="T4" fmla="*/ 36 w 84"/>
                <a:gd name="T5" fmla="*/ 77 h 98"/>
                <a:gd name="T6" fmla="*/ 42 w 84"/>
                <a:gd name="T7" fmla="*/ 71 h 98"/>
                <a:gd name="T8" fmla="*/ 72 w 84"/>
                <a:gd name="T9" fmla="*/ 42 h 98"/>
                <a:gd name="T10" fmla="*/ 42 w 84"/>
                <a:gd name="T11" fmla="*/ 12 h 98"/>
                <a:gd name="T12" fmla="*/ 12 w 84"/>
                <a:gd name="T13" fmla="*/ 43 h 98"/>
                <a:gd name="T14" fmla="*/ 6 w 84"/>
                <a:gd name="T15" fmla="*/ 49 h 98"/>
                <a:gd name="T16" fmla="*/ 0 w 84"/>
                <a:gd name="T17" fmla="*/ 43 h 98"/>
                <a:gd name="T18" fmla="*/ 42 w 84"/>
                <a:gd name="T19" fmla="*/ 0 h 98"/>
                <a:gd name="T20" fmla="*/ 84 w 84"/>
                <a:gd name="T21" fmla="*/ 42 h 98"/>
                <a:gd name="T22" fmla="*/ 48 w 84"/>
                <a:gd name="T23" fmla="*/ 83 h 98"/>
                <a:gd name="T24" fmla="*/ 48 w 84"/>
                <a:gd name="T25" fmla="*/ 92 h 98"/>
                <a:gd name="T26" fmla="*/ 42 w 84"/>
                <a:gd name="T27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98">
                  <a:moveTo>
                    <a:pt x="42" y="98"/>
                  </a:moveTo>
                  <a:cubicBezTo>
                    <a:pt x="38" y="98"/>
                    <a:pt x="36" y="95"/>
                    <a:pt x="36" y="92"/>
                  </a:cubicBezTo>
                  <a:cubicBezTo>
                    <a:pt x="36" y="77"/>
                    <a:pt x="36" y="77"/>
                    <a:pt x="36" y="77"/>
                  </a:cubicBezTo>
                  <a:cubicBezTo>
                    <a:pt x="36" y="74"/>
                    <a:pt x="38" y="71"/>
                    <a:pt x="42" y="71"/>
                  </a:cubicBezTo>
                  <a:cubicBezTo>
                    <a:pt x="58" y="71"/>
                    <a:pt x="72" y="58"/>
                    <a:pt x="72" y="42"/>
                  </a:cubicBezTo>
                  <a:cubicBezTo>
                    <a:pt x="72" y="25"/>
                    <a:pt x="58" y="12"/>
                    <a:pt x="42" y="12"/>
                  </a:cubicBezTo>
                  <a:cubicBezTo>
                    <a:pt x="25" y="12"/>
                    <a:pt x="12" y="26"/>
                    <a:pt x="12" y="43"/>
                  </a:cubicBezTo>
                  <a:cubicBezTo>
                    <a:pt x="12" y="46"/>
                    <a:pt x="9" y="49"/>
                    <a:pt x="6" y="49"/>
                  </a:cubicBezTo>
                  <a:cubicBezTo>
                    <a:pt x="2" y="49"/>
                    <a:pt x="0" y="46"/>
                    <a:pt x="0" y="43"/>
                  </a:cubicBezTo>
                  <a:cubicBezTo>
                    <a:pt x="0" y="19"/>
                    <a:pt x="18" y="0"/>
                    <a:pt x="42" y="0"/>
                  </a:cubicBezTo>
                  <a:cubicBezTo>
                    <a:pt x="65" y="0"/>
                    <a:pt x="84" y="19"/>
                    <a:pt x="84" y="42"/>
                  </a:cubicBezTo>
                  <a:cubicBezTo>
                    <a:pt x="84" y="62"/>
                    <a:pt x="68" y="80"/>
                    <a:pt x="48" y="83"/>
                  </a:cubicBezTo>
                  <a:cubicBezTo>
                    <a:pt x="48" y="92"/>
                    <a:pt x="48" y="92"/>
                    <a:pt x="48" y="92"/>
                  </a:cubicBezTo>
                  <a:cubicBezTo>
                    <a:pt x="48" y="95"/>
                    <a:pt x="45" y="98"/>
                    <a:pt x="42" y="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88" name="Oval 101">
              <a:extLst>
                <a:ext uri="{FF2B5EF4-FFF2-40B4-BE49-F238E27FC236}">
                  <a16:creationId xmlns:a16="http://schemas.microsoft.com/office/drawing/2014/main" id="{AC4C9687-F04A-6D47-9FC0-46BA1393FC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" y="3250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</p:grpSp>
      <p:grpSp>
        <p:nvGrpSpPr>
          <p:cNvPr id="189" name="Group 133">
            <a:extLst>
              <a:ext uri="{FF2B5EF4-FFF2-40B4-BE49-F238E27FC236}">
                <a16:creationId xmlns:a16="http://schemas.microsoft.com/office/drawing/2014/main" id="{E59F227F-CDAA-2645-BBA5-7162A1A03A9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69996" y="4304038"/>
            <a:ext cx="508082" cy="508082"/>
            <a:chOff x="5508" y="2995"/>
            <a:chExt cx="427" cy="427"/>
          </a:xfrm>
          <a:solidFill>
            <a:schemeClr val="accent1"/>
          </a:solidFill>
        </p:grpSpPr>
        <p:sp>
          <p:nvSpPr>
            <p:cNvPr id="190" name="Freeform 134">
              <a:extLst>
                <a:ext uri="{FF2B5EF4-FFF2-40B4-BE49-F238E27FC236}">
                  <a16:creationId xmlns:a16="http://schemas.microsoft.com/office/drawing/2014/main" id="{B7172BEF-887A-9048-B469-007E20F8B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0" y="2995"/>
              <a:ext cx="285" cy="249"/>
            </a:xfrm>
            <a:custGeom>
              <a:avLst/>
              <a:gdLst>
                <a:gd name="T0" fmla="*/ 90 w 192"/>
                <a:gd name="T1" fmla="*/ 168 h 168"/>
                <a:gd name="T2" fmla="*/ 87 w 192"/>
                <a:gd name="T3" fmla="*/ 168 h 168"/>
                <a:gd name="T4" fmla="*/ 84 w 192"/>
                <a:gd name="T5" fmla="*/ 162 h 168"/>
                <a:gd name="T6" fmla="*/ 84 w 192"/>
                <a:gd name="T7" fmla="*/ 120 h 168"/>
                <a:gd name="T8" fmla="*/ 72 w 192"/>
                <a:gd name="T9" fmla="*/ 120 h 168"/>
                <a:gd name="T10" fmla="*/ 72 w 192"/>
                <a:gd name="T11" fmla="*/ 108 h 168"/>
                <a:gd name="T12" fmla="*/ 90 w 192"/>
                <a:gd name="T13" fmla="*/ 108 h 168"/>
                <a:gd name="T14" fmla="*/ 96 w 192"/>
                <a:gd name="T15" fmla="*/ 114 h 168"/>
                <a:gd name="T16" fmla="*/ 96 w 192"/>
                <a:gd name="T17" fmla="*/ 148 h 168"/>
                <a:gd name="T18" fmla="*/ 138 w 192"/>
                <a:gd name="T19" fmla="*/ 110 h 168"/>
                <a:gd name="T20" fmla="*/ 142 w 192"/>
                <a:gd name="T21" fmla="*/ 108 h 168"/>
                <a:gd name="T22" fmla="*/ 180 w 192"/>
                <a:gd name="T23" fmla="*/ 108 h 168"/>
                <a:gd name="T24" fmla="*/ 180 w 192"/>
                <a:gd name="T25" fmla="*/ 12 h 168"/>
                <a:gd name="T26" fmla="*/ 12 w 192"/>
                <a:gd name="T27" fmla="*/ 12 h 168"/>
                <a:gd name="T28" fmla="*/ 12 w 192"/>
                <a:gd name="T29" fmla="*/ 54 h 168"/>
                <a:gd name="T30" fmla="*/ 0 w 192"/>
                <a:gd name="T31" fmla="*/ 54 h 168"/>
                <a:gd name="T32" fmla="*/ 0 w 192"/>
                <a:gd name="T33" fmla="*/ 6 h 168"/>
                <a:gd name="T34" fmla="*/ 6 w 192"/>
                <a:gd name="T35" fmla="*/ 0 h 168"/>
                <a:gd name="T36" fmla="*/ 186 w 192"/>
                <a:gd name="T37" fmla="*/ 0 h 168"/>
                <a:gd name="T38" fmla="*/ 192 w 192"/>
                <a:gd name="T39" fmla="*/ 6 h 168"/>
                <a:gd name="T40" fmla="*/ 192 w 192"/>
                <a:gd name="T41" fmla="*/ 114 h 168"/>
                <a:gd name="T42" fmla="*/ 186 w 192"/>
                <a:gd name="T43" fmla="*/ 120 h 168"/>
                <a:gd name="T44" fmla="*/ 144 w 192"/>
                <a:gd name="T45" fmla="*/ 120 h 168"/>
                <a:gd name="T46" fmla="*/ 94 w 192"/>
                <a:gd name="T47" fmla="*/ 166 h 168"/>
                <a:gd name="T48" fmla="*/ 90 w 192"/>
                <a:gd name="T49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92" h="168">
                  <a:moveTo>
                    <a:pt x="90" y="168"/>
                  </a:moveTo>
                  <a:cubicBezTo>
                    <a:pt x="89" y="168"/>
                    <a:pt x="88" y="168"/>
                    <a:pt x="87" y="168"/>
                  </a:cubicBezTo>
                  <a:cubicBezTo>
                    <a:pt x="85" y="167"/>
                    <a:pt x="84" y="164"/>
                    <a:pt x="84" y="162"/>
                  </a:cubicBezTo>
                  <a:cubicBezTo>
                    <a:pt x="84" y="120"/>
                    <a:pt x="84" y="120"/>
                    <a:pt x="84" y="120"/>
                  </a:cubicBezTo>
                  <a:cubicBezTo>
                    <a:pt x="72" y="120"/>
                    <a:pt x="72" y="120"/>
                    <a:pt x="72" y="120"/>
                  </a:cubicBezTo>
                  <a:cubicBezTo>
                    <a:pt x="72" y="108"/>
                    <a:pt x="72" y="108"/>
                    <a:pt x="72" y="108"/>
                  </a:cubicBezTo>
                  <a:cubicBezTo>
                    <a:pt x="90" y="108"/>
                    <a:pt x="90" y="108"/>
                    <a:pt x="90" y="108"/>
                  </a:cubicBezTo>
                  <a:cubicBezTo>
                    <a:pt x="93" y="108"/>
                    <a:pt x="96" y="111"/>
                    <a:pt x="96" y="114"/>
                  </a:cubicBezTo>
                  <a:cubicBezTo>
                    <a:pt x="96" y="148"/>
                    <a:pt x="96" y="148"/>
                    <a:pt x="96" y="148"/>
                  </a:cubicBezTo>
                  <a:cubicBezTo>
                    <a:pt x="138" y="110"/>
                    <a:pt x="138" y="110"/>
                    <a:pt x="138" y="110"/>
                  </a:cubicBezTo>
                  <a:cubicBezTo>
                    <a:pt x="139" y="109"/>
                    <a:pt x="140" y="108"/>
                    <a:pt x="142" y="108"/>
                  </a:cubicBezTo>
                  <a:cubicBezTo>
                    <a:pt x="180" y="108"/>
                    <a:pt x="180" y="108"/>
                    <a:pt x="180" y="108"/>
                  </a:cubicBezTo>
                  <a:cubicBezTo>
                    <a:pt x="180" y="12"/>
                    <a:pt x="180" y="12"/>
                    <a:pt x="180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6" y="0"/>
                    <a:pt x="186" y="0"/>
                    <a:pt x="186" y="0"/>
                  </a:cubicBezTo>
                  <a:cubicBezTo>
                    <a:pt x="189" y="0"/>
                    <a:pt x="192" y="3"/>
                    <a:pt x="192" y="6"/>
                  </a:cubicBezTo>
                  <a:cubicBezTo>
                    <a:pt x="192" y="114"/>
                    <a:pt x="192" y="114"/>
                    <a:pt x="192" y="114"/>
                  </a:cubicBezTo>
                  <a:cubicBezTo>
                    <a:pt x="192" y="117"/>
                    <a:pt x="189" y="120"/>
                    <a:pt x="186" y="120"/>
                  </a:cubicBezTo>
                  <a:cubicBezTo>
                    <a:pt x="144" y="120"/>
                    <a:pt x="144" y="120"/>
                    <a:pt x="144" y="120"/>
                  </a:cubicBezTo>
                  <a:cubicBezTo>
                    <a:pt x="94" y="166"/>
                    <a:pt x="94" y="166"/>
                    <a:pt x="94" y="166"/>
                  </a:cubicBezTo>
                  <a:cubicBezTo>
                    <a:pt x="93" y="167"/>
                    <a:pt x="91" y="168"/>
                    <a:pt x="90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91" name="Rectangle 135">
              <a:extLst>
                <a:ext uri="{FF2B5EF4-FFF2-40B4-BE49-F238E27FC236}">
                  <a16:creationId xmlns:a16="http://schemas.microsoft.com/office/drawing/2014/main" id="{1FB3B654-0FC6-174C-A116-B31706E9D7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6" y="3084"/>
              <a:ext cx="18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92" name="Rectangle 136">
              <a:extLst>
                <a:ext uri="{FF2B5EF4-FFF2-40B4-BE49-F238E27FC236}">
                  <a16:creationId xmlns:a16="http://schemas.microsoft.com/office/drawing/2014/main" id="{9946ABE7-23E6-9B4E-B0D7-4ECCCED32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3" y="3084"/>
              <a:ext cx="17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93" name="Rectangle 137">
              <a:extLst>
                <a:ext uri="{FF2B5EF4-FFF2-40B4-BE49-F238E27FC236}">
                  <a16:creationId xmlns:a16="http://schemas.microsoft.com/office/drawing/2014/main" id="{39F0F16D-8FEF-344E-AADA-A92E5B937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9" y="3084"/>
              <a:ext cx="18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94" name="Freeform 138">
              <a:extLst>
                <a:ext uri="{FF2B5EF4-FFF2-40B4-BE49-F238E27FC236}">
                  <a16:creationId xmlns:a16="http://schemas.microsoft.com/office/drawing/2014/main" id="{FDA36911-8FD6-754B-8C4F-BF81FB3448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08" y="3120"/>
              <a:ext cx="285" cy="302"/>
            </a:xfrm>
            <a:custGeom>
              <a:avLst/>
              <a:gdLst>
                <a:gd name="T0" fmla="*/ 186 w 192"/>
                <a:gd name="T1" fmla="*/ 204 h 204"/>
                <a:gd name="T2" fmla="*/ 6 w 192"/>
                <a:gd name="T3" fmla="*/ 204 h 204"/>
                <a:gd name="T4" fmla="*/ 0 w 192"/>
                <a:gd name="T5" fmla="*/ 198 h 204"/>
                <a:gd name="T6" fmla="*/ 0 w 192"/>
                <a:gd name="T7" fmla="*/ 168 h 204"/>
                <a:gd name="T8" fmla="*/ 25 w 192"/>
                <a:gd name="T9" fmla="*/ 147 h 204"/>
                <a:gd name="T10" fmla="*/ 66 w 192"/>
                <a:gd name="T11" fmla="*/ 128 h 204"/>
                <a:gd name="T12" fmla="*/ 66 w 192"/>
                <a:gd name="T13" fmla="*/ 111 h 204"/>
                <a:gd name="T14" fmla="*/ 54 w 192"/>
                <a:gd name="T15" fmla="*/ 83 h 204"/>
                <a:gd name="T16" fmla="*/ 45 w 192"/>
                <a:gd name="T17" fmla="*/ 66 h 204"/>
                <a:gd name="T18" fmla="*/ 52 w 192"/>
                <a:gd name="T19" fmla="*/ 50 h 204"/>
                <a:gd name="T20" fmla="*/ 49 w 192"/>
                <a:gd name="T21" fmla="*/ 22 h 204"/>
                <a:gd name="T22" fmla="*/ 61 w 192"/>
                <a:gd name="T23" fmla="*/ 18 h 204"/>
                <a:gd name="T24" fmla="*/ 101 w 192"/>
                <a:gd name="T25" fmla="*/ 0 h 204"/>
                <a:gd name="T26" fmla="*/ 142 w 192"/>
                <a:gd name="T27" fmla="*/ 23 h 204"/>
                <a:gd name="T28" fmla="*/ 139 w 192"/>
                <a:gd name="T29" fmla="*/ 51 h 204"/>
                <a:gd name="T30" fmla="*/ 142 w 192"/>
                <a:gd name="T31" fmla="*/ 54 h 204"/>
                <a:gd name="T32" fmla="*/ 144 w 192"/>
                <a:gd name="T33" fmla="*/ 65 h 204"/>
                <a:gd name="T34" fmla="*/ 137 w 192"/>
                <a:gd name="T35" fmla="*/ 82 h 204"/>
                <a:gd name="T36" fmla="*/ 126 w 192"/>
                <a:gd name="T37" fmla="*/ 111 h 204"/>
                <a:gd name="T38" fmla="*/ 126 w 192"/>
                <a:gd name="T39" fmla="*/ 128 h 204"/>
                <a:gd name="T40" fmla="*/ 167 w 192"/>
                <a:gd name="T41" fmla="*/ 147 h 204"/>
                <a:gd name="T42" fmla="*/ 192 w 192"/>
                <a:gd name="T43" fmla="*/ 168 h 204"/>
                <a:gd name="T44" fmla="*/ 192 w 192"/>
                <a:gd name="T45" fmla="*/ 198 h 204"/>
                <a:gd name="T46" fmla="*/ 186 w 192"/>
                <a:gd name="T47" fmla="*/ 204 h 204"/>
                <a:gd name="T48" fmla="*/ 12 w 192"/>
                <a:gd name="T49" fmla="*/ 192 h 204"/>
                <a:gd name="T50" fmla="*/ 180 w 192"/>
                <a:gd name="T51" fmla="*/ 192 h 204"/>
                <a:gd name="T52" fmla="*/ 180 w 192"/>
                <a:gd name="T53" fmla="*/ 169 h 204"/>
                <a:gd name="T54" fmla="*/ 118 w 192"/>
                <a:gd name="T55" fmla="*/ 138 h 204"/>
                <a:gd name="T56" fmla="*/ 114 w 192"/>
                <a:gd name="T57" fmla="*/ 132 h 204"/>
                <a:gd name="T58" fmla="*/ 114 w 192"/>
                <a:gd name="T59" fmla="*/ 108 h 204"/>
                <a:gd name="T60" fmla="*/ 118 w 192"/>
                <a:gd name="T61" fmla="*/ 102 h 204"/>
                <a:gd name="T62" fmla="*/ 118 w 192"/>
                <a:gd name="T63" fmla="*/ 102 h 204"/>
                <a:gd name="T64" fmla="*/ 125 w 192"/>
                <a:gd name="T65" fmla="*/ 78 h 204"/>
                <a:gd name="T66" fmla="*/ 130 w 192"/>
                <a:gd name="T67" fmla="*/ 72 h 204"/>
                <a:gd name="T68" fmla="*/ 132 w 192"/>
                <a:gd name="T69" fmla="*/ 61 h 204"/>
                <a:gd name="T70" fmla="*/ 131 w 192"/>
                <a:gd name="T71" fmla="*/ 60 h 204"/>
                <a:gd name="T72" fmla="*/ 125 w 192"/>
                <a:gd name="T73" fmla="*/ 54 h 204"/>
                <a:gd name="T74" fmla="*/ 127 w 192"/>
                <a:gd name="T75" fmla="*/ 48 h 204"/>
                <a:gd name="T76" fmla="*/ 130 w 192"/>
                <a:gd name="T77" fmla="*/ 25 h 204"/>
                <a:gd name="T78" fmla="*/ 101 w 192"/>
                <a:gd name="T79" fmla="*/ 12 h 204"/>
                <a:gd name="T80" fmla="*/ 71 w 192"/>
                <a:gd name="T81" fmla="*/ 25 h 204"/>
                <a:gd name="T82" fmla="*/ 64 w 192"/>
                <a:gd name="T83" fmla="*/ 30 h 204"/>
                <a:gd name="T84" fmla="*/ 58 w 192"/>
                <a:gd name="T85" fmla="*/ 30 h 204"/>
                <a:gd name="T86" fmla="*/ 63 w 192"/>
                <a:gd name="T87" fmla="*/ 46 h 204"/>
                <a:gd name="T88" fmla="*/ 66 w 192"/>
                <a:gd name="T89" fmla="*/ 54 h 204"/>
                <a:gd name="T90" fmla="*/ 60 w 192"/>
                <a:gd name="T91" fmla="*/ 60 h 204"/>
                <a:gd name="T92" fmla="*/ 57 w 192"/>
                <a:gd name="T93" fmla="*/ 66 h 204"/>
                <a:gd name="T94" fmla="*/ 60 w 192"/>
                <a:gd name="T95" fmla="*/ 72 h 204"/>
                <a:gd name="T96" fmla="*/ 66 w 192"/>
                <a:gd name="T97" fmla="*/ 78 h 204"/>
                <a:gd name="T98" fmla="*/ 74 w 192"/>
                <a:gd name="T99" fmla="*/ 102 h 204"/>
                <a:gd name="T100" fmla="*/ 78 w 192"/>
                <a:gd name="T101" fmla="*/ 108 h 204"/>
                <a:gd name="T102" fmla="*/ 78 w 192"/>
                <a:gd name="T103" fmla="*/ 132 h 204"/>
                <a:gd name="T104" fmla="*/ 74 w 192"/>
                <a:gd name="T105" fmla="*/ 138 h 204"/>
                <a:gd name="T106" fmla="*/ 12 w 192"/>
                <a:gd name="T107" fmla="*/ 169 h 204"/>
                <a:gd name="T108" fmla="*/ 12 w 192"/>
                <a:gd name="T109" fmla="*/ 192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92" h="204">
                  <a:moveTo>
                    <a:pt x="186" y="204"/>
                  </a:moveTo>
                  <a:cubicBezTo>
                    <a:pt x="6" y="204"/>
                    <a:pt x="6" y="204"/>
                    <a:pt x="6" y="204"/>
                  </a:cubicBezTo>
                  <a:cubicBezTo>
                    <a:pt x="3" y="204"/>
                    <a:pt x="0" y="201"/>
                    <a:pt x="0" y="198"/>
                  </a:cubicBezTo>
                  <a:cubicBezTo>
                    <a:pt x="0" y="168"/>
                    <a:pt x="0" y="168"/>
                    <a:pt x="0" y="168"/>
                  </a:cubicBezTo>
                  <a:cubicBezTo>
                    <a:pt x="0" y="164"/>
                    <a:pt x="2" y="159"/>
                    <a:pt x="25" y="147"/>
                  </a:cubicBezTo>
                  <a:cubicBezTo>
                    <a:pt x="36" y="141"/>
                    <a:pt x="51" y="134"/>
                    <a:pt x="66" y="128"/>
                  </a:cubicBezTo>
                  <a:cubicBezTo>
                    <a:pt x="66" y="111"/>
                    <a:pt x="66" y="111"/>
                    <a:pt x="66" y="111"/>
                  </a:cubicBezTo>
                  <a:cubicBezTo>
                    <a:pt x="61" y="108"/>
                    <a:pt x="55" y="100"/>
                    <a:pt x="54" y="83"/>
                  </a:cubicBezTo>
                  <a:cubicBezTo>
                    <a:pt x="48" y="80"/>
                    <a:pt x="45" y="74"/>
                    <a:pt x="45" y="66"/>
                  </a:cubicBezTo>
                  <a:cubicBezTo>
                    <a:pt x="45" y="59"/>
                    <a:pt x="48" y="53"/>
                    <a:pt x="52" y="50"/>
                  </a:cubicBezTo>
                  <a:cubicBezTo>
                    <a:pt x="48" y="42"/>
                    <a:pt x="43" y="30"/>
                    <a:pt x="49" y="22"/>
                  </a:cubicBezTo>
                  <a:cubicBezTo>
                    <a:pt x="52" y="19"/>
                    <a:pt x="56" y="17"/>
                    <a:pt x="61" y="18"/>
                  </a:cubicBezTo>
                  <a:cubicBezTo>
                    <a:pt x="68" y="5"/>
                    <a:pt x="86" y="0"/>
                    <a:pt x="101" y="0"/>
                  </a:cubicBezTo>
                  <a:cubicBezTo>
                    <a:pt x="117" y="0"/>
                    <a:pt x="138" y="6"/>
                    <a:pt x="142" y="23"/>
                  </a:cubicBezTo>
                  <a:cubicBezTo>
                    <a:pt x="145" y="34"/>
                    <a:pt x="141" y="44"/>
                    <a:pt x="139" y="51"/>
                  </a:cubicBezTo>
                  <a:cubicBezTo>
                    <a:pt x="140" y="52"/>
                    <a:pt x="141" y="53"/>
                    <a:pt x="142" y="54"/>
                  </a:cubicBezTo>
                  <a:cubicBezTo>
                    <a:pt x="143" y="57"/>
                    <a:pt x="144" y="61"/>
                    <a:pt x="144" y="65"/>
                  </a:cubicBezTo>
                  <a:cubicBezTo>
                    <a:pt x="144" y="72"/>
                    <a:pt x="142" y="79"/>
                    <a:pt x="137" y="82"/>
                  </a:cubicBezTo>
                  <a:cubicBezTo>
                    <a:pt x="136" y="100"/>
                    <a:pt x="130" y="108"/>
                    <a:pt x="126" y="111"/>
                  </a:cubicBezTo>
                  <a:cubicBezTo>
                    <a:pt x="126" y="128"/>
                    <a:pt x="126" y="128"/>
                    <a:pt x="126" y="128"/>
                  </a:cubicBezTo>
                  <a:cubicBezTo>
                    <a:pt x="140" y="134"/>
                    <a:pt x="155" y="141"/>
                    <a:pt x="167" y="147"/>
                  </a:cubicBezTo>
                  <a:cubicBezTo>
                    <a:pt x="190" y="159"/>
                    <a:pt x="192" y="164"/>
                    <a:pt x="192" y="168"/>
                  </a:cubicBezTo>
                  <a:cubicBezTo>
                    <a:pt x="192" y="198"/>
                    <a:pt x="192" y="198"/>
                    <a:pt x="192" y="198"/>
                  </a:cubicBezTo>
                  <a:cubicBezTo>
                    <a:pt x="192" y="201"/>
                    <a:pt x="189" y="204"/>
                    <a:pt x="186" y="204"/>
                  </a:cubicBezTo>
                  <a:close/>
                  <a:moveTo>
                    <a:pt x="12" y="192"/>
                  </a:moveTo>
                  <a:cubicBezTo>
                    <a:pt x="180" y="192"/>
                    <a:pt x="180" y="192"/>
                    <a:pt x="180" y="192"/>
                  </a:cubicBezTo>
                  <a:cubicBezTo>
                    <a:pt x="180" y="169"/>
                    <a:pt x="180" y="169"/>
                    <a:pt x="180" y="169"/>
                  </a:cubicBezTo>
                  <a:cubicBezTo>
                    <a:pt x="175" y="164"/>
                    <a:pt x="149" y="150"/>
                    <a:pt x="118" y="138"/>
                  </a:cubicBezTo>
                  <a:cubicBezTo>
                    <a:pt x="115" y="137"/>
                    <a:pt x="114" y="134"/>
                    <a:pt x="114" y="132"/>
                  </a:cubicBezTo>
                  <a:cubicBezTo>
                    <a:pt x="114" y="108"/>
                    <a:pt x="114" y="108"/>
                    <a:pt x="114" y="108"/>
                  </a:cubicBezTo>
                  <a:cubicBezTo>
                    <a:pt x="114" y="106"/>
                    <a:pt x="115" y="103"/>
                    <a:pt x="118" y="102"/>
                  </a:cubicBezTo>
                  <a:cubicBezTo>
                    <a:pt x="118" y="102"/>
                    <a:pt x="118" y="102"/>
                    <a:pt x="118" y="102"/>
                  </a:cubicBezTo>
                  <a:cubicBezTo>
                    <a:pt x="118" y="102"/>
                    <a:pt x="125" y="98"/>
                    <a:pt x="125" y="78"/>
                  </a:cubicBezTo>
                  <a:cubicBezTo>
                    <a:pt x="125" y="75"/>
                    <a:pt x="127" y="72"/>
                    <a:pt x="130" y="72"/>
                  </a:cubicBezTo>
                  <a:cubicBezTo>
                    <a:pt x="132" y="71"/>
                    <a:pt x="133" y="65"/>
                    <a:pt x="132" y="61"/>
                  </a:cubicBezTo>
                  <a:cubicBezTo>
                    <a:pt x="131" y="60"/>
                    <a:pt x="131" y="60"/>
                    <a:pt x="131" y="60"/>
                  </a:cubicBezTo>
                  <a:cubicBezTo>
                    <a:pt x="127" y="60"/>
                    <a:pt x="125" y="57"/>
                    <a:pt x="125" y="54"/>
                  </a:cubicBezTo>
                  <a:cubicBezTo>
                    <a:pt x="125" y="52"/>
                    <a:pt x="125" y="51"/>
                    <a:pt x="127" y="48"/>
                  </a:cubicBezTo>
                  <a:cubicBezTo>
                    <a:pt x="129" y="43"/>
                    <a:pt x="133" y="34"/>
                    <a:pt x="130" y="25"/>
                  </a:cubicBezTo>
                  <a:cubicBezTo>
                    <a:pt x="128" y="17"/>
                    <a:pt x="114" y="12"/>
                    <a:pt x="101" y="12"/>
                  </a:cubicBezTo>
                  <a:cubicBezTo>
                    <a:pt x="87" y="12"/>
                    <a:pt x="73" y="17"/>
                    <a:pt x="71" y="25"/>
                  </a:cubicBezTo>
                  <a:cubicBezTo>
                    <a:pt x="70" y="29"/>
                    <a:pt x="67" y="31"/>
                    <a:pt x="64" y="30"/>
                  </a:cubicBezTo>
                  <a:cubicBezTo>
                    <a:pt x="60" y="29"/>
                    <a:pt x="58" y="30"/>
                    <a:pt x="58" y="30"/>
                  </a:cubicBezTo>
                  <a:cubicBezTo>
                    <a:pt x="58" y="31"/>
                    <a:pt x="58" y="35"/>
                    <a:pt x="63" y="46"/>
                  </a:cubicBezTo>
                  <a:cubicBezTo>
                    <a:pt x="65" y="50"/>
                    <a:pt x="66" y="52"/>
                    <a:pt x="66" y="54"/>
                  </a:cubicBezTo>
                  <a:cubicBezTo>
                    <a:pt x="66" y="57"/>
                    <a:pt x="63" y="60"/>
                    <a:pt x="60" y="60"/>
                  </a:cubicBezTo>
                  <a:cubicBezTo>
                    <a:pt x="58" y="60"/>
                    <a:pt x="57" y="64"/>
                    <a:pt x="57" y="66"/>
                  </a:cubicBezTo>
                  <a:cubicBezTo>
                    <a:pt x="57" y="69"/>
                    <a:pt x="58" y="72"/>
                    <a:pt x="60" y="72"/>
                  </a:cubicBezTo>
                  <a:cubicBezTo>
                    <a:pt x="63" y="72"/>
                    <a:pt x="66" y="75"/>
                    <a:pt x="66" y="78"/>
                  </a:cubicBezTo>
                  <a:cubicBezTo>
                    <a:pt x="66" y="98"/>
                    <a:pt x="74" y="102"/>
                    <a:pt x="74" y="102"/>
                  </a:cubicBezTo>
                  <a:cubicBezTo>
                    <a:pt x="76" y="103"/>
                    <a:pt x="78" y="105"/>
                    <a:pt x="78" y="108"/>
                  </a:cubicBezTo>
                  <a:cubicBezTo>
                    <a:pt x="78" y="132"/>
                    <a:pt x="78" y="132"/>
                    <a:pt x="78" y="132"/>
                  </a:cubicBezTo>
                  <a:cubicBezTo>
                    <a:pt x="78" y="134"/>
                    <a:pt x="76" y="137"/>
                    <a:pt x="74" y="138"/>
                  </a:cubicBezTo>
                  <a:cubicBezTo>
                    <a:pt x="43" y="150"/>
                    <a:pt x="16" y="164"/>
                    <a:pt x="12" y="169"/>
                  </a:cubicBezTo>
                  <a:lnTo>
                    <a:pt x="12" y="1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</p:grpSp>
      <p:grpSp>
        <p:nvGrpSpPr>
          <p:cNvPr id="210" name="Group 128">
            <a:extLst>
              <a:ext uri="{FF2B5EF4-FFF2-40B4-BE49-F238E27FC236}">
                <a16:creationId xmlns:a16="http://schemas.microsoft.com/office/drawing/2014/main" id="{22F35C7D-7426-D643-BA01-1D590EC15894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055661" y="4309988"/>
            <a:ext cx="506890" cy="496182"/>
            <a:chOff x="4478" y="2999"/>
            <a:chExt cx="426" cy="417"/>
          </a:xfrm>
          <a:solidFill>
            <a:schemeClr val="accent1"/>
          </a:solidFill>
        </p:grpSpPr>
        <p:sp>
          <p:nvSpPr>
            <p:cNvPr id="211" name="Freeform 129">
              <a:extLst>
                <a:ext uri="{FF2B5EF4-FFF2-40B4-BE49-F238E27FC236}">
                  <a16:creationId xmlns:a16="http://schemas.microsoft.com/office/drawing/2014/main" id="{EB8F390E-DD96-5545-9F4B-5D56F498E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8" y="2999"/>
              <a:ext cx="320" cy="293"/>
            </a:xfrm>
            <a:custGeom>
              <a:avLst/>
              <a:gdLst>
                <a:gd name="T0" fmla="*/ 12 w 216"/>
                <a:gd name="T1" fmla="*/ 198 h 198"/>
                <a:gd name="T2" fmla="*/ 7 w 216"/>
                <a:gd name="T3" fmla="*/ 196 h 198"/>
                <a:gd name="T4" fmla="*/ 6 w 216"/>
                <a:gd name="T5" fmla="*/ 189 h 198"/>
                <a:gd name="T6" fmla="*/ 28 w 216"/>
                <a:gd name="T7" fmla="*/ 151 h 198"/>
                <a:gd name="T8" fmla="*/ 0 w 216"/>
                <a:gd name="T9" fmla="*/ 89 h 198"/>
                <a:gd name="T10" fmla="*/ 108 w 216"/>
                <a:gd name="T11" fmla="*/ 0 h 198"/>
                <a:gd name="T12" fmla="*/ 216 w 216"/>
                <a:gd name="T13" fmla="*/ 89 h 198"/>
                <a:gd name="T14" fmla="*/ 204 w 216"/>
                <a:gd name="T15" fmla="*/ 89 h 198"/>
                <a:gd name="T16" fmla="*/ 108 w 216"/>
                <a:gd name="T17" fmla="*/ 12 h 198"/>
                <a:gd name="T18" fmla="*/ 12 w 216"/>
                <a:gd name="T19" fmla="*/ 89 h 198"/>
                <a:gd name="T20" fmla="*/ 39 w 216"/>
                <a:gd name="T21" fmla="*/ 145 h 198"/>
                <a:gd name="T22" fmla="*/ 41 w 216"/>
                <a:gd name="T23" fmla="*/ 153 h 198"/>
                <a:gd name="T24" fmla="*/ 25 w 216"/>
                <a:gd name="T25" fmla="*/ 180 h 198"/>
                <a:gd name="T26" fmla="*/ 69 w 216"/>
                <a:gd name="T27" fmla="*/ 162 h 198"/>
                <a:gd name="T28" fmla="*/ 73 w 216"/>
                <a:gd name="T29" fmla="*/ 162 h 198"/>
                <a:gd name="T30" fmla="*/ 90 w 216"/>
                <a:gd name="T31" fmla="*/ 166 h 198"/>
                <a:gd name="T32" fmla="*/ 88 w 216"/>
                <a:gd name="T33" fmla="*/ 178 h 198"/>
                <a:gd name="T34" fmla="*/ 72 w 216"/>
                <a:gd name="T35" fmla="*/ 174 h 198"/>
                <a:gd name="T36" fmla="*/ 14 w 216"/>
                <a:gd name="T37" fmla="*/ 198 h 198"/>
                <a:gd name="T38" fmla="*/ 12 w 216"/>
                <a:gd name="T39" fmla="*/ 198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16" h="198">
                  <a:moveTo>
                    <a:pt x="12" y="198"/>
                  </a:moveTo>
                  <a:cubicBezTo>
                    <a:pt x="10" y="198"/>
                    <a:pt x="8" y="197"/>
                    <a:pt x="7" y="196"/>
                  </a:cubicBezTo>
                  <a:cubicBezTo>
                    <a:pt x="5" y="194"/>
                    <a:pt x="5" y="191"/>
                    <a:pt x="6" y="189"/>
                  </a:cubicBezTo>
                  <a:cubicBezTo>
                    <a:pt x="28" y="151"/>
                    <a:pt x="28" y="151"/>
                    <a:pt x="28" y="151"/>
                  </a:cubicBezTo>
                  <a:cubicBezTo>
                    <a:pt x="10" y="135"/>
                    <a:pt x="0" y="113"/>
                    <a:pt x="0" y="89"/>
                  </a:cubicBezTo>
                  <a:cubicBezTo>
                    <a:pt x="0" y="40"/>
                    <a:pt x="48" y="0"/>
                    <a:pt x="108" y="0"/>
                  </a:cubicBezTo>
                  <a:cubicBezTo>
                    <a:pt x="167" y="0"/>
                    <a:pt x="216" y="40"/>
                    <a:pt x="216" y="89"/>
                  </a:cubicBezTo>
                  <a:cubicBezTo>
                    <a:pt x="204" y="89"/>
                    <a:pt x="204" y="89"/>
                    <a:pt x="204" y="89"/>
                  </a:cubicBezTo>
                  <a:cubicBezTo>
                    <a:pt x="204" y="47"/>
                    <a:pt x="161" y="12"/>
                    <a:pt x="108" y="12"/>
                  </a:cubicBezTo>
                  <a:cubicBezTo>
                    <a:pt x="55" y="12"/>
                    <a:pt x="12" y="47"/>
                    <a:pt x="12" y="89"/>
                  </a:cubicBezTo>
                  <a:cubicBezTo>
                    <a:pt x="12" y="111"/>
                    <a:pt x="22" y="131"/>
                    <a:pt x="39" y="145"/>
                  </a:cubicBezTo>
                  <a:cubicBezTo>
                    <a:pt x="42" y="147"/>
                    <a:pt x="42" y="150"/>
                    <a:pt x="41" y="153"/>
                  </a:cubicBezTo>
                  <a:cubicBezTo>
                    <a:pt x="25" y="180"/>
                    <a:pt x="25" y="180"/>
                    <a:pt x="25" y="180"/>
                  </a:cubicBezTo>
                  <a:cubicBezTo>
                    <a:pt x="69" y="162"/>
                    <a:pt x="69" y="162"/>
                    <a:pt x="69" y="162"/>
                  </a:cubicBezTo>
                  <a:cubicBezTo>
                    <a:pt x="71" y="162"/>
                    <a:pt x="72" y="162"/>
                    <a:pt x="73" y="162"/>
                  </a:cubicBezTo>
                  <a:cubicBezTo>
                    <a:pt x="79" y="164"/>
                    <a:pt x="84" y="165"/>
                    <a:pt x="90" y="166"/>
                  </a:cubicBezTo>
                  <a:cubicBezTo>
                    <a:pt x="88" y="178"/>
                    <a:pt x="88" y="178"/>
                    <a:pt x="88" y="178"/>
                  </a:cubicBezTo>
                  <a:cubicBezTo>
                    <a:pt x="83" y="177"/>
                    <a:pt x="77" y="176"/>
                    <a:pt x="72" y="174"/>
                  </a:cubicBezTo>
                  <a:cubicBezTo>
                    <a:pt x="14" y="198"/>
                    <a:pt x="14" y="198"/>
                    <a:pt x="14" y="198"/>
                  </a:cubicBezTo>
                  <a:cubicBezTo>
                    <a:pt x="13" y="198"/>
                    <a:pt x="12" y="198"/>
                    <a:pt x="12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212" name="Freeform 130">
              <a:extLst>
                <a:ext uri="{FF2B5EF4-FFF2-40B4-BE49-F238E27FC236}">
                  <a16:creationId xmlns:a16="http://schemas.microsoft.com/office/drawing/2014/main" id="{7E54516C-265B-F84F-9AC7-C2472BCC10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38" y="3167"/>
              <a:ext cx="266" cy="249"/>
            </a:xfrm>
            <a:custGeom>
              <a:avLst/>
              <a:gdLst>
                <a:gd name="T0" fmla="*/ 168 w 180"/>
                <a:gd name="T1" fmla="*/ 168 h 168"/>
                <a:gd name="T2" fmla="*/ 166 w 180"/>
                <a:gd name="T3" fmla="*/ 168 h 168"/>
                <a:gd name="T4" fmla="*/ 120 w 180"/>
                <a:gd name="T5" fmla="*/ 151 h 168"/>
                <a:gd name="T6" fmla="*/ 37 w 180"/>
                <a:gd name="T7" fmla="*/ 143 h 168"/>
                <a:gd name="T8" fmla="*/ 0 w 180"/>
                <a:gd name="T9" fmla="*/ 78 h 168"/>
                <a:gd name="T10" fmla="*/ 90 w 180"/>
                <a:gd name="T11" fmla="*/ 0 h 168"/>
                <a:gd name="T12" fmla="*/ 180 w 180"/>
                <a:gd name="T13" fmla="*/ 78 h 168"/>
                <a:gd name="T14" fmla="*/ 157 w 180"/>
                <a:gd name="T15" fmla="*/ 128 h 168"/>
                <a:gd name="T16" fmla="*/ 173 w 180"/>
                <a:gd name="T17" fmla="*/ 159 h 168"/>
                <a:gd name="T18" fmla="*/ 172 w 180"/>
                <a:gd name="T19" fmla="*/ 166 h 168"/>
                <a:gd name="T20" fmla="*/ 168 w 180"/>
                <a:gd name="T21" fmla="*/ 168 h 168"/>
                <a:gd name="T22" fmla="*/ 120 w 180"/>
                <a:gd name="T23" fmla="*/ 138 h 168"/>
                <a:gd name="T24" fmla="*/ 122 w 180"/>
                <a:gd name="T25" fmla="*/ 138 h 168"/>
                <a:gd name="T26" fmla="*/ 155 w 180"/>
                <a:gd name="T27" fmla="*/ 151 h 168"/>
                <a:gd name="T28" fmla="*/ 144 w 180"/>
                <a:gd name="T29" fmla="*/ 129 h 168"/>
                <a:gd name="T30" fmla="*/ 146 w 180"/>
                <a:gd name="T31" fmla="*/ 121 h 168"/>
                <a:gd name="T32" fmla="*/ 168 w 180"/>
                <a:gd name="T33" fmla="*/ 78 h 168"/>
                <a:gd name="T34" fmla="*/ 90 w 180"/>
                <a:gd name="T35" fmla="*/ 12 h 168"/>
                <a:gd name="T36" fmla="*/ 12 w 180"/>
                <a:gd name="T37" fmla="*/ 78 h 168"/>
                <a:gd name="T38" fmla="*/ 43 w 180"/>
                <a:gd name="T39" fmla="*/ 133 h 168"/>
                <a:gd name="T40" fmla="*/ 117 w 180"/>
                <a:gd name="T41" fmla="*/ 139 h 168"/>
                <a:gd name="T42" fmla="*/ 120 w 180"/>
                <a:gd name="T43" fmla="*/ 13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80" h="168">
                  <a:moveTo>
                    <a:pt x="168" y="168"/>
                  </a:moveTo>
                  <a:cubicBezTo>
                    <a:pt x="167" y="168"/>
                    <a:pt x="166" y="168"/>
                    <a:pt x="166" y="168"/>
                  </a:cubicBezTo>
                  <a:cubicBezTo>
                    <a:pt x="120" y="151"/>
                    <a:pt x="120" y="151"/>
                    <a:pt x="120" y="151"/>
                  </a:cubicBezTo>
                  <a:cubicBezTo>
                    <a:pt x="92" y="162"/>
                    <a:pt x="62" y="159"/>
                    <a:pt x="37" y="143"/>
                  </a:cubicBezTo>
                  <a:cubicBezTo>
                    <a:pt x="13" y="128"/>
                    <a:pt x="0" y="104"/>
                    <a:pt x="0" y="78"/>
                  </a:cubicBezTo>
                  <a:cubicBezTo>
                    <a:pt x="0" y="36"/>
                    <a:pt x="41" y="0"/>
                    <a:pt x="90" y="0"/>
                  </a:cubicBezTo>
                  <a:cubicBezTo>
                    <a:pt x="138" y="0"/>
                    <a:pt x="180" y="36"/>
                    <a:pt x="180" y="78"/>
                  </a:cubicBezTo>
                  <a:cubicBezTo>
                    <a:pt x="180" y="97"/>
                    <a:pt x="172" y="114"/>
                    <a:pt x="157" y="128"/>
                  </a:cubicBezTo>
                  <a:cubicBezTo>
                    <a:pt x="173" y="159"/>
                    <a:pt x="173" y="159"/>
                    <a:pt x="173" y="159"/>
                  </a:cubicBezTo>
                  <a:cubicBezTo>
                    <a:pt x="174" y="162"/>
                    <a:pt x="174" y="164"/>
                    <a:pt x="172" y="166"/>
                  </a:cubicBezTo>
                  <a:cubicBezTo>
                    <a:pt x="171" y="167"/>
                    <a:pt x="169" y="168"/>
                    <a:pt x="168" y="168"/>
                  </a:cubicBezTo>
                  <a:close/>
                  <a:moveTo>
                    <a:pt x="120" y="138"/>
                  </a:moveTo>
                  <a:cubicBezTo>
                    <a:pt x="120" y="138"/>
                    <a:pt x="121" y="138"/>
                    <a:pt x="122" y="138"/>
                  </a:cubicBezTo>
                  <a:cubicBezTo>
                    <a:pt x="155" y="151"/>
                    <a:pt x="155" y="151"/>
                    <a:pt x="155" y="151"/>
                  </a:cubicBezTo>
                  <a:cubicBezTo>
                    <a:pt x="144" y="129"/>
                    <a:pt x="144" y="129"/>
                    <a:pt x="144" y="129"/>
                  </a:cubicBezTo>
                  <a:cubicBezTo>
                    <a:pt x="143" y="126"/>
                    <a:pt x="144" y="123"/>
                    <a:pt x="146" y="121"/>
                  </a:cubicBezTo>
                  <a:cubicBezTo>
                    <a:pt x="160" y="110"/>
                    <a:pt x="168" y="95"/>
                    <a:pt x="168" y="78"/>
                  </a:cubicBezTo>
                  <a:cubicBezTo>
                    <a:pt x="168" y="42"/>
                    <a:pt x="132" y="12"/>
                    <a:pt x="90" y="12"/>
                  </a:cubicBezTo>
                  <a:cubicBezTo>
                    <a:pt x="47" y="12"/>
                    <a:pt x="12" y="42"/>
                    <a:pt x="12" y="78"/>
                  </a:cubicBezTo>
                  <a:cubicBezTo>
                    <a:pt x="12" y="99"/>
                    <a:pt x="23" y="120"/>
                    <a:pt x="43" y="133"/>
                  </a:cubicBezTo>
                  <a:cubicBezTo>
                    <a:pt x="65" y="147"/>
                    <a:pt x="93" y="149"/>
                    <a:pt x="117" y="139"/>
                  </a:cubicBezTo>
                  <a:cubicBezTo>
                    <a:pt x="118" y="138"/>
                    <a:pt x="119" y="138"/>
                    <a:pt x="120" y="1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</p:grpSp>
      <p:grpSp>
        <p:nvGrpSpPr>
          <p:cNvPr id="218" name="Group 4">
            <a:extLst>
              <a:ext uri="{FF2B5EF4-FFF2-40B4-BE49-F238E27FC236}">
                <a16:creationId xmlns:a16="http://schemas.microsoft.com/office/drawing/2014/main" id="{6624F93D-A5D3-9049-9233-B5F6165978B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871933" y="3163253"/>
            <a:ext cx="495324" cy="388938"/>
            <a:chOff x="526" y="708"/>
            <a:chExt cx="433" cy="340"/>
          </a:xfrm>
          <a:solidFill>
            <a:schemeClr val="accent1"/>
          </a:solidFill>
        </p:grpSpPr>
        <p:sp>
          <p:nvSpPr>
            <p:cNvPr id="219" name="Freeform 5">
              <a:extLst>
                <a:ext uri="{FF2B5EF4-FFF2-40B4-BE49-F238E27FC236}">
                  <a16:creationId xmlns:a16="http://schemas.microsoft.com/office/drawing/2014/main" id="{2E8CDAC4-7731-2447-B17D-B9E13B8CE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" y="760"/>
              <a:ext cx="19" cy="288"/>
            </a:xfrm>
            <a:custGeom>
              <a:avLst/>
              <a:gdLst>
                <a:gd name="T0" fmla="*/ 6 w 12"/>
                <a:gd name="T1" fmla="*/ 193 h 193"/>
                <a:gd name="T2" fmla="*/ 0 w 12"/>
                <a:gd name="T3" fmla="*/ 187 h 193"/>
                <a:gd name="T4" fmla="*/ 0 w 12"/>
                <a:gd name="T5" fmla="*/ 6 h 193"/>
                <a:gd name="T6" fmla="*/ 6 w 12"/>
                <a:gd name="T7" fmla="*/ 0 h 193"/>
                <a:gd name="T8" fmla="*/ 12 w 12"/>
                <a:gd name="T9" fmla="*/ 6 h 193"/>
                <a:gd name="T10" fmla="*/ 12 w 12"/>
                <a:gd name="T11" fmla="*/ 187 h 193"/>
                <a:gd name="T12" fmla="*/ 6 w 12"/>
                <a:gd name="T13" fmla="*/ 193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93">
                  <a:moveTo>
                    <a:pt x="6" y="193"/>
                  </a:moveTo>
                  <a:cubicBezTo>
                    <a:pt x="3" y="193"/>
                    <a:pt x="0" y="191"/>
                    <a:pt x="0" y="18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187"/>
                    <a:pt x="12" y="187"/>
                    <a:pt x="12" y="187"/>
                  </a:cubicBezTo>
                  <a:cubicBezTo>
                    <a:pt x="12" y="191"/>
                    <a:pt x="9" y="193"/>
                    <a:pt x="6" y="1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" name="Freeform 6">
              <a:extLst>
                <a:ext uri="{FF2B5EF4-FFF2-40B4-BE49-F238E27FC236}">
                  <a16:creationId xmlns:a16="http://schemas.microsoft.com/office/drawing/2014/main" id="{A2C94C49-2544-FA47-B321-D1783FB638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" y="1030"/>
              <a:ext cx="126" cy="18"/>
            </a:xfrm>
            <a:custGeom>
              <a:avLst/>
              <a:gdLst>
                <a:gd name="T0" fmla="*/ 76 w 82"/>
                <a:gd name="T1" fmla="*/ 12 h 12"/>
                <a:gd name="T2" fmla="*/ 6 w 82"/>
                <a:gd name="T3" fmla="*/ 12 h 12"/>
                <a:gd name="T4" fmla="*/ 0 w 82"/>
                <a:gd name="T5" fmla="*/ 6 h 12"/>
                <a:gd name="T6" fmla="*/ 6 w 82"/>
                <a:gd name="T7" fmla="*/ 0 h 12"/>
                <a:gd name="T8" fmla="*/ 76 w 82"/>
                <a:gd name="T9" fmla="*/ 0 h 12"/>
                <a:gd name="T10" fmla="*/ 82 w 82"/>
                <a:gd name="T11" fmla="*/ 6 h 12"/>
                <a:gd name="T12" fmla="*/ 76 w 82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" h="12">
                  <a:moveTo>
                    <a:pt x="7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9" y="0"/>
                    <a:pt x="82" y="3"/>
                    <a:pt x="82" y="6"/>
                  </a:cubicBezTo>
                  <a:cubicBezTo>
                    <a:pt x="82" y="10"/>
                    <a:pt x="79" y="12"/>
                    <a:pt x="7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" name="Freeform 7">
              <a:extLst>
                <a:ext uri="{FF2B5EF4-FFF2-40B4-BE49-F238E27FC236}">
                  <a16:creationId xmlns:a16="http://schemas.microsoft.com/office/drawing/2014/main" id="{781D715F-F7E0-F543-B710-788014F086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" y="727"/>
              <a:ext cx="146" cy="161"/>
            </a:xfrm>
            <a:custGeom>
              <a:avLst/>
              <a:gdLst>
                <a:gd name="T0" fmla="*/ 88 w 95"/>
                <a:gd name="T1" fmla="*/ 107 h 108"/>
                <a:gd name="T2" fmla="*/ 83 w 95"/>
                <a:gd name="T3" fmla="*/ 104 h 108"/>
                <a:gd name="T4" fmla="*/ 47 w 95"/>
                <a:gd name="T5" fmla="*/ 21 h 108"/>
                <a:gd name="T6" fmla="*/ 12 w 95"/>
                <a:gd name="T7" fmla="*/ 104 h 108"/>
                <a:gd name="T8" fmla="*/ 4 w 95"/>
                <a:gd name="T9" fmla="*/ 107 h 108"/>
                <a:gd name="T10" fmla="*/ 1 w 95"/>
                <a:gd name="T11" fmla="*/ 99 h 108"/>
                <a:gd name="T12" fmla="*/ 42 w 95"/>
                <a:gd name="T13" fmla="*/ 3 h 108"/>
                <a:gd name="T14" fmla="*/ 47 w 95"/>
                <a:gd name="T15" fmla="*/ 0 h 108"/>
                <a:gd name="T16" fmla="*/ 47 w 95"/>
                <a:gd name="T17" fmla="*/ 0 h 108"/>
                <a:gd name="T18" fmla="*/ 53 w 95"/>
                <a:gd name="T19" fmla="*/ 3 h 108"/>
                <a:gd name="T20" fmla="*/ 94 w 95"/>
                <a:gd name="T21" fmla="*/ 99 h 108"/>
                <a:gd name="T22" fmla="*/ 90 w 95"/>
                <a:gd name="T23" fmla="*/ 107 h 108"/>
                <a:gd name="T24" fmla="*/ 88 w 95"/>
                <a:gd name="T25" fmla="*/ 107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5" h="108">
                  <a:moveTo>
                    <a:pt x="88" y="107"/>
                  </a:moveTo>
                  <a:cubicBezTo>
                    <a:pt x="86" y="107"/>
                    <a:pt x="84" y="106"/>
                    <a:pt x="83" y="104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12" y="104"/>
                    <a:pt x="12" y="104"/>
                    <a:pt x="12" y="104"/>
                  </a:cubicBezTo>
                  <a:cubicBezTo>
                    <a:pt x="11" y="107"/>
                    <a:pt x="7" y="108"/>
                    <a:pt x="4" y="107"/>
                  </a:cubicBezTo>
                  <a:cubicBezTo>
                    <a:pt x="1" y="105"/>
                    <a:pt x="0" y="102"/>
                    <a:pt x="1" y="99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1"/>
                    <a:pt x="45" y="0"/>
                    <a:pt x="47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0" y="0"/>
                    <a:pt x="52" y="1"/>
                    <a:pt x="53" y="3"/>
                  </a:cubicBezTo>
                  <a:cubicBezTo>
                    <a:pt x="94" y="99"/>
                    <a:pt x="94" y="99"/>
                    <a:pt x="94" y="99"/>
                  </a:cubicBezTo>
                  <a:cubicBezTo>
                    <a:pt x="95" y="102"/>
                    <a:pt x="94" y="105"/>
                    <a:pt x="90" y="107"/>
                  </a:cubicBezTo>
                  <a:cubicBezTo>
                    <a:pt x="90" y="107"/>
                    <a:pt x="89" y="107"/>
                    <a:pt x="88" y="1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" name="Freeform 8">
              <a:extLst>
                <a:ext uri="{FF2B5EF4-FFF2-40B4-BE49-F238E27FC236}">
                  <a16:creationId xmlns:a16="http://schemas.microsoft.com/office/drawing/2014/main" id="{0449EDE6-204A-E142-A345-649467F3CC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7" y="708"/>
              <a:ext cx="73" cy="70"/>
            </a:xfrm>
            <a:custGeom>
              <a:avLst/>
              <a:gdLst>
                <a:gd name="T0" fmla="*/ 24 w 48"/>
                <a:gd name="T1" fmla="*/ 47 h 47"/>
                <a:gd name="T2" fmla="*/ 0 w 48"/>
                <a:gd name="T3" fmla="*/ 24 h 47"/>
                <a:gd name="T4" fmla="*/ 24 w 48"/>
                <a:gd name="T5" fmla="*/ 0 h 47"/>
                <a:gd name="T6" fmla="*/ 48 w 48"/>
                <a:gd name="T7" fmla="*/ 24 h 47"/>
                <a:gd name="T8" fmla="*/ 24 w 48"/>
                <a:gd name="T9" fmla="*/ 47 h 47"/>
                <a:gd name="T10" fmla="*/ 24 w 48"/>
                <a:gd name="T11" fmla="*/ 12 h 47"/>
                <a:gd name="T12" fmla="*/ 12 w 48"/>
                <a:gd name="T13" fmla="*/ 24 h 47"/>
                <a:gd name="T14" fmla="*/ 24 w 48"/>
                <a:gd name="T15" fmla="*/ 35 h 47"/>
                <a:gd name="T16" fmla="*/ 36 w 48"/>
                <a:gd name="T17" fmla="*/ 24 h 47"/>
                <a:gd name="T18" fmla="*/ 24 w 48"/>
                <a:gd name="T19" fmla="*/ 12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7">
                  <a:moveTo>
                    <a:pt x="24" y="47"/>
                  </a:moveTo>
                  <a:cubicBezTo>
                    <a:pt x="11" y="47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7"/>
                    <a:pt x="24" y="47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7"/>
                    <a:pt x="12" y="24"/>
                  </a:cubicBezTo>
                  <a:cubicBezTo>
                    <a:pt x="12" y="30"/>
                    <a:pt x="18" y="35"/>
                    <a:pt x="24" y="35"/>
                  </a:cubicBezTo>
                  <a:cubicBezTo>
                    <a:pt x="30" y="35"/>
                    <a:pt x="36" y="30"/>
                    <a:pt x="36" y="24"/>
                  </a:cubicBezTo>
                  <a:cubicBezTo>
                    <a:pt x="36" y="17"/>
                    <a:pt x="30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Freeform 9">
              <a:extLst>
                <a:ext uri="{FF2B5EF4-FFF2-40B4-BE49-F238E27FC236}">
                  <a16:creationId xmlns:a16="http://schemas.microsoft.com/office/drawing/2014/main" id="{E4CF1E8A-68D5-C344-B526-2ACB3B2BED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8" y="869"/>
              <a:ext cx="142" cy="84"/>
            </a:xfrm>
            <a:custGeom>
              <a:avLst/>
              <a:gdLst>
                <a:gd name="T0" fmla="*/ 46 w 93"/>
                <a:gd name="T1" fmla="*/ 56 h 56"/>
                <a:gd name="T2" fmla="*/ 0 w 93"/>
                <a:gd name="T3" fmla="*/ 6 h 56"/>
                <a:gd name="T4" fmla="*/ 6 w 93"/>
                <a:gd name="T5" fmla="*/ 0 h 56"/>
                <a:gd name="T6" fmla="*/ 87 w 93"/>
                <a:gd name="T7" fmla="*/ 0 h 56"/>
                <a:gd name="T8" fmla="*/ 93 w 93"/>
                <a:gd name="T9" fmla="*/ 6 h 56"/>
                <a:gd name="T10" fmla="*/ 46 w 93"/>
                <a:gd name="T11" fmla="*/ 56 h 56"/>
                <a:gd name="T12" fmla="*/ 12 w 93"/>
                <a:gd name="T13" fmla="*/ 12 h 56"/>
                <a:gd name="T14" fmla="*/ 46 w 93"/>
                <a:gd name="T15" fmla="*/ 44 h 56"/>
                <a:gd name="T16" fmla="*/ 81 w 93"/>
                <a:gd name="T17" fmla="*/ 12 h 56"/>
                <a:gd name="T18" fmla="*/ 12 w 93"/>
                <a:gd name="T19" fmla="*/ 1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" h="56">
                  <a:moveTo>
                    <a:pt x="46" y="56"/>
                  </a:moveTo>
                  <a:cubicBezTo>
                    <a:pt x="20" y="56"/>
                    <a:pt x="0" y="35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91" y="0"/>
                    <a:pt x="93" y="3"/>
                    <a:pt x="93" y="6"/>
                  </a:cubicBezTo>
                  <a:cubicBezTo>
                    <a:pt x="93" y="35"/>
                    <a:pt x="73" y="56"/>
                    <a:pt x="46" y="56"/>
                  </a:cubicBezTo>
                  <a:close/>
                  <a:moveTo>
                    <a:pt x="12" y="12"/>
                  </a:moveTo>
                  <a:cubicBezTo>
                    <a:pt x="14" y="31"/>
                    <a:pt x="28" y="44"/>
                    <a:pt x="46" y="44"/>
                  </a:cubicBezTo>
                  <a:cubicBezTo>
                    <a:pt x="64" y="44"/>
                    <a:pt x="78" y="31"/>
                    <a:pt x="81" y="12"/>
                  </a:cubicBezTo>
                  <a:lnTo>
                    <a:pt x="12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" name="Freeform 10">
              <a:extLst>
                <a:ext uri="{FF2B5EF4-FFF2-40B4-BE49-F238E27FC236}">
                  <a16:creationId xmlns:a16="http://schemas.microsoft.com/office/drawing/2014/main" id="{58AF212D-5CEA-A842-96AF-38B282583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" y="726"/>
              <a:ext cx="146" cy="162"/>
            </a:xfrm>
            <a:custGeom>
              <a:avLst/>
              <a:gdLst>
                <a:gd name="T0" fmla="*/ 6 w 95"/>
                <a:gd name="T1" fmla="*/ 108 h 109"/>
                <a:gd name="T2" fmla="*/ 4 w 95"/>
                <a:gd name="T3" fmla="*/ 108 h 109"/>
                <a:gd name="T4" fmla="*/ 1 w 95"/>
                <a:gd name="T5" fmla="*/ 100 h 109"/>
                <a:gd name="T6" fmla="*/ 42 w 95"/>
                <a:gd name="T7" fmla="*/ 4 h 109"/>
                <a:gd name="T8" fmla="*/ 47 w 95"/>
                <a:gd name="T9" fmla="*/ 0 h 109"/>
                <a:gd name="T10" fmla="*/ 47 w 95"/>
                <a:gd name="T11" fmla="*/ 0 h 109"/>
                <a:gd name="T12" fmla="*/ 53 w 95"/>
                <a:gd name="T13" fmla="*/ 4 h 109"/>
                <a:gd name="T14" fmla="*/ 94 w 95"/>
                <a:gd name="T15" fmla="*/ 100 h 109"/>
                <a:gd name="T16" fmla="*/ 90 w 95"/>
                <a:gd name="T17" fmla="*/ 108 h 109"/>
                <a:gd name="T18" fmla="*/ 83 w 95"/>
                <a:gd name="T19" fmla="*/ 105 h 109"/>
                <a:gd name="T20" fmla="*/ 47 w 95"/>
                <a:gd name="T21" fmla="*/ 22 h 109"/>
                <a:gd name="T22" fmla="*/ 12 w 95"/>
                <a:gd name="T23" fmla="*/ 105 h 109"/>
                <a:gd name="T24" fmla="*/ 6 w 95"/>
                <a:gd name="T25" fmla="*/ 108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5" h="109">
                  <a:moveTo>
                    <a:pt x="6" y="108"/>
                  </a:moveTo>
                  <a:cubicBezTo>
                    <a:pt x="6" y="108"/>
                    <a:pt x="5" y="108"/>
                    <a:pt x="4" y="108"/>
                  </a:cubicBezTo>
                  <a:cubicBezTo>
                    <a:pt x="1" y="106"/>
                    <a:pt x="0" y="103"/>
                    <a:pt x="1" y="100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43" y="2"/>
                    <a:pt x="45" y="0"/>
                    <a:pt x="47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0" y="0"/>
                    <a:pt x="52" y="2"/>
                    <a:pt x="53" y="4"/>
                  </a:cubicBezTo>
                  <a:cubicBezTo>
                    <a:pt x="94" y="100"/>
                    <a:pt x="94" y="100"/>
                    <a:pt x="94" y="100"/>
                  </a:cubicBezTo>
                  <a:cubicBezTo>
                    <a:pt x="95" y="103"/>
                    <a:pt x="93" y="106"/>
                    <a:pt x="90" y="108"/>
                  </a:cubicBezTo>
                  <a:cubicBezTo>
                    <a:pt x="87" y="109"/>
                    <a:pt x="84" y="108"/>
                    <a:pt x="83" y="105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12" y="105"/>
                    <a:pt x="12" y="105"/>
                    <a:pt x="12" y="105"/>
                  </a:cubicBezTo>
                  <a:cubicBezTo>
                    <a:pt x="11" y="107"/>
                    <a:pt x="9" y="108"/>
                    <a:pt x="6" y="10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" name="Freeform 11">
              <a:extLst>
                <a:ext uri="{FF2B5EF4-FFF2-40B4-BE49-F238E27FC236}">
                  <a16:creationId xmlns:a16="http://schemas.microsoft.com/office/drawing/2014/main" id="{9067C848-4E37-864F-8284-E48FC9AB41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3" y="869"/>
              <a:ext cx="144" cy="84"/>
            </a:xfrm>
            <a:custGeom>
              <a:avLst/>
              <a:gdLst>
                <a:gd name="T0" fmla="*/ 47 w 94"/>
                <a:gd name="T1" fmla="*/ 56 h 56"/>
                <a:gd name="T2" fmla="*/ 0 w 94"/>
                <a:gd name="T3" fmla="*/ 6 h 56"/>
                <a:gd name="T4" fmla="*/ 6 w 94"/>
                <a:gd name="T5" fmla="*/ 0 h 56"/>
                <a:gd name="T6" fmla="*/ 88 w 94"/>
                <a:gd name="T7" fmla="*/ 0 h 56"/>
                <a:gd name="T8" fmla="*/ 92 w 94"/>
                <a:gd name="T9" fmla="*/ 2 h 56"/>
                <a:gd name="T10" fmla="*/ 94 w 94"/>
                <a:gd name="T11" fmla="*/ 6 h 56"/>
                <a:gd name="T12" fmla="*/ 47 w 94"/>
                <a:gd name="T13" fmla="*/ 56 h 56"/>
                <a:gd name="T14" fmla="*/ 13 w 94"/>
                <a:gd name="T15" fmla="*/ 12 h 56"/>
                <a:gd name="T16" fmla="*/ 47 w 94"/>
                <a:gd name="T17" fmla="*/ 44 h 56"/>
                <a:gd name="T18" fmla="*/ 82 w 94"/>
                <a:gd name="T19" fmla="*/ 12 h 56"/>
                <a:gd name="T20" fmla="*/ 13 w 94"/>
                <a:gd name="T21" fmla="*/ 1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4" h="56">
                  <a:moveTo>
                    <a:pt x="47" y="56"/>
                  </a:moveTo>
                  <a:cubicBezTo>
                    <a:pt x="21" y="56"/>
                    <a:pt x="0" y="35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90" y="0"/>
                    <a:pt x="91" y="1"/>
                    <a:pt x="92" y="2"/>
                  </a:cubicBezTo>
                  <a:cubicBezTo>
                    <a:pt x="93" y="3"/>
                    <a:pt x="94" y="5"/>
                    <a:pt x="94" y="6"/>
                  </a:cubicBezTo>
                  <a:cubicBezTo>
                    <a:pt x="94" y="34"/>
                    <a:pt x="74" y="56"/>
                    <a:pt x="47" y="56"/>
                  </a:cubicBezTo>
                  <a:close/>
                  <a:moveTo>
                    <a:pt x="13" y="12"/>
                  </a:moveTo>
                  <a:cubicBezTo>
                    <a:pt x="15" y="31"/>
                    <a:pt x="29" y="44"/>
                    <a:pt x="47" y="44"/>
                  </a:cubicBezTo>
                  <a:cubicBezTo>
                    <a:pt x="65" y="44"/>
                    <a:pt x="79" y="31"/>
                    <a:pt x="82" y="12"/>
                  </a:cubicBezTo>
                  <a:lnTo>
                    <a:pt x="13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" name="Freeform 12">
              <a:extLst>
                <a:ext uri="{FF2B5EF4-FFF2-40B4-BE49-F238E27FC236}">
                  <a16:creationId xmlns:a16="http://schemas.microsoft.com/office/drawing/2014/main" id="{9A7B4980-F4B3-A149-A900-28415FEB81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" y="726"/>
              <a:ext cx="153" cy="18"/>
            </a:xfrm>
            <a:custGeom>
              <a:avLst/>
              <a:gdLst>
                <a:gd name="T0" fmla="*/ 94 w 100"/>
                <a:gd name="T1" fmla="*/ 12 h 12"/>
                <a:gd name="T2" fmla="*/ 6 w 100"/>
                <a:gd name="T3" fmla="*/ 12 h 12"/>
                <a:gd name="T4" fmla="*/ 0 w 100"/>
                <a:gd name="T5" fmla="*/ 6 h 12"/>
                <a:gd name="T6" fmla="*/ 6 w 100"/>
                <a:gd name="T7" fmla="*/ 0 h 12"/>
                <a:gd name="T8" fmla="*/ 94 w 100"/>
                <a:gd name="T9" fmla="*/ 0 h 12"/>
                <a:gd name="T10" fmla="*/ 100 w 100"/>
                <a:gd name="T11" fmla="*/ 6 h 12"/>
                <a:gd name="T12" fmla="*/ 94 w 10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12">
                  <a:moveTo>
                    <a:pt x="9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10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8" y="0"/>
                    <a:pt x="100" y="3"/>
                    <a:pt x="100" y="6"/>
                  </a:cubicBezTo>
                  <a:cubicBezTo>
                    <a:pt x="100" y="10"/>
                    <a:pt x="98" y="12"/>
                    <a:pt x="9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" name="Freeform 13">
              <a:extLst>
                <a:ext uri="{FF2B5EF4-FFF2-40B4-BE49-F238E27FC236}">
                  <a16:creationId xmlns:a16="http://schemas.microsoft.com/office/drawing/2014/main" id="{CD6B0A6B-597F-4E4C-A0FC-EFC38B204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" y="726"/>
              <a:ext cx="172" cy="18"/>
            </a:xfrm>
            <a:custGeom>
              <a:avLst/>
              <a:gdLst>
                <a:gd name="T0" fmla="*/ 106 w 112"/>
                <a:gd name="T1" fmla="*/ 12 h 12"/>
                <a:gd name="T2" fmla="*/ 6 w 112"/>
                <a:gd name="T3" fmla="*/ 12 h 12"/>
                <a:gd name="T4" fmla="*/ 0 w 112"/>
                <a:gd name="T5" fmla="*/ 6 h 12"/>
                <a:gd name="T6" fmla="*/ 6 w 112"/>
                <a:gd name="T7" fmla="*/ 0 h 12"/>
                <a:gd name="T8" fmla="*/ 106 w 112"/>
                <a:gd name="T9" fmla="*/ 0 h 12"/>
                <a:gd name="T10" fmla="*/ 112 w 112"/>
                <a:gd name="T11" fmla="*/ 6 h 12"/>
                <a:gd name="T12" fmla="*/ 106 w 112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" h="12">
                  <a:moveTo>
                    <a:pt x="10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109" y="0"/>
                    <a:pt x="112" y="3"/>
                    <a:pt x="112" y="6"/>
                  </a:cubicBezTo>
                  <a:cubicBezTo>
                    <a:pt x="112" y="9"/>
                    <a:pt x="109" y="12"/>
                    <a:pt x="10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34" name="Group 127">
            <a:extLst>
              <a:ext uri="{FF2B5EF4-FFF2-40B4-BE49-F238E27FC236}">
                <a16:creationId xmlns:a16="http://schemas.microsoft.com/office/drawing/2014/main" id="{26DA099A-68DD-4F43-8FC7-141CAF6D1F9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145733" y="3130536"/>
            <a:ext cx="464916" cy="454373"/>
            <a:chOff x="4656" y="1821"/>
            <a:chExt cx="441" cy="431"/>
          </a:xfrm>
          <a:solidFill>
            <a:schemeClr val="accent1"/>
          </a:solidFill>
        </p:grpSpPr>
        <p:sp>
          <p:nvSpPr>
            <p:cNvPr id="235" name="Freeform 128">
              <a:extLst>
                <a:ext uri="{FF2B5EF4-FFF2-40B4-BE49-F238E27FC236}">
                  <a16:creationId xmlns:a16="http://schemas.microsoft.com/office/drawing/2014/main" id="{78927280-4152-A345-AA5D-215134AE83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2" y="2037"/>
              <a:ext cx="415" cy="215"/>
            </a:xfrm>
            <a:custGeom>
              <a:avLst/>
              <a:gdLst>
                <a:gd name="T0" fmla="*/ 7 w 271"/>
                <a:gd name="T1" fmla="*/ 144 h 144"/>
                <a:gd name="T2" fmla="*/ 2 w 271"/>
                <a:gd name="T3" fmla="*/ 142 h 144"/>
                <a:gd name="T4" fmla="*/ 3 w 271"/>
                <a:gd name="T5" fmla="*/ 134 h 144"/>
                <a:gd name="T6" fmla="*/ 111 w 271"/>
                <a:gd name="T7" fmla="*/ 38 h 144"/>
                <a:gd name="T8" fmla="*/ 119 w 271"/>
                <a:gd name="T9" fmla="*/ 38 h 144"/>
                <a:gd name="T10" fmla="*/ 175 w 271"/>
                <a:gd name="T11" fmla="*/ 83 h 144"/>
                <a:gd name="T12" fmla="*/ 261 w 271"/>
                <a:gd name="T13" fmla="*/ 2 h 144"/>
                <a:gd name="T14" fmla="*/ 269 w 271"/>
                <a:gd name="T15" fmla="*/ 3 h 144"/>
                <a:gd name="T16" fmla="*/ 269 w 271"/>
                <a:gd name="T17" fmla="*/ 11 h 144"/>
                <a:gd name="T18" fmla="*/ 179 w 271"/>
                <a:gd name="T19" fmla="*/ 95 h 144"/>
                <a:gd name="T20" fmla="*/ 171 w 271"/>
                <a:gd name="T21" fmla="*/ 95 h 144"/>
                <a:gd name="T22" fmla="*/ 115 w 271"/>
                <a:gd name="T23" fmla="*/ 50 h 144"/>
                <a:gd name="T24" fmla="*/ 11 w 271"/>
                <a:gd name="T25" fmla="*/ 143 h 144"/>
                <a:gd name="T26" fmla="*/ 7 w 271"/>
                <a:gd name="T27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71" h="144">
                  <a:moveTo>
                    <a:pt x="7" y="144"/>
                  </a:moveTo>
                  <a:cubicBezTo>
                    <a:pt x="5" y="144"/>
                    <a:pt x="4" y="144"/>
                    <a:pt x="2" y="142"/>
                  </a:cubicBezTo>
                  <a:cubicBezTo>
                    <a:pt x="0" y="140"/>
                    <a:pt x="0" y="136"/>
                    <a:pt x="3" y="134"/>
                  </a:cubicBezTo>
                  <a:cubicBezTo>
                    <a:pt x="111" y="38"/>
                    <a:pt x="111" y="38"/>
                    <a:pt x="111" y="38"/>
                  </a:cubicBezTo>
                  <a:cubicBezTo>
                    <a:pt x="113" y="36"/>
                    <a:pt x="116" y="36"/>
                    <a:pt x="119" y="38"/>
                  </a:cubicBezTo>
                  <a:cubicBezTo>
                    <a:pt x="175" y="83"/>
                    <a:pt x="175" y="83"/>
                    <a:pt x="175" y="83"/>
                  </a:cubicBezTo>
                  <a:cubicBezTo>
                    <a:pt x="261" y="2"/>
                    <a:pt x="261" y="2"/>
                    <a:pt x="261" y="2"/>
                  </a:cubicBezTo>
                  <a:cubicBezTo>
                    <a:pt x="263" y="0"/>
                    <a:pt x="267" y="0"/>
                    <a:pt x="269" y="3"/>
                  </a:cubicBezTo>
                  <a:cubicBezTo>
                    <a:pt x="271" y="5"/>
                    <a:pt x="271" y="9"/>
                    <a:pt x="269" y="11"/>
                  </a:cubicBezTo>
                  <a:cubicBezTo>
                    <a:pt x="179" y="95"/>
                    <a:pt x="179" y="95"/>
                    <a:pt x="179" y="95"/>
                  </a:cubicBezTo>
                  <a:cubicBezTo>
                    <a:pt x="177" y="97"/>
                    <a:pt x="173" y="97"/>
                    <a:pt x="171" y="95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" y="143"/>
                    <a:pt x="11" y="143"/>
                    <a:pt x="11" y="143"/>
                  </a:cubicBezTo>
                  <a:cubicBezTo>
                    <a:pt x="10" y="144"/>
                    <a:pt x="8" y="144"/>
                    <a:pt x="7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36" name="Freeform 129">
              <a:extLst>
                <a:ext uri="{FF2B5EF4-FFF2-40B4-BE49-F238E27FC236}">
                  <a16:creationId xmlns:a16="http://schemas.microsoft.com/office/drawing/2014/main" id="{7096CC96-16F5-7E42-AA31-AC96F5CDD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7" y="2038"/>
              <a:ext cx="90" cy="90"/>
            </a:xfrm>
            <a:custGeom>
              <a:avLst/>
              <a:gdLst>
                <a:gd name="T0" fmla="*/ 53 w 59"/>
                <a:gd name="T1" fmla="*/ 60 h 60"/>
                <a:gd name="T2" fmla="*/ 47 w 59"/>
                <a:gd name="T3" fmla="*/ 54 h 60"/>
                <a:gd name="T4" fmla="*/ 47 w 59"/>
                <a:gd name="T5" fmla="*/ 12 h 60"/>
                <a:gd name="T6" fmla="*/ 6 w 59"/>
                <a:gd name="T7" fmla="*/ 12 h 60"/>
                <a:gd name="T8" fmla="*/ 0 w 59"/>
                <a:gd name="T9" fmla="*/ 6 h 60"/>
                <a:gd name="T10" fmla="*/ 6 w 59"/>
                <a:gd name="T11" fmla="*/ 0 h 60"/>
                <a:gd name="T12" fmla="*/ 53 w 59"/>
                <a:gd name="T13" fmla="*/ 0 h 60"/>
                <a:gd name="T14" fmla="*/ 59 w 59"/>
                <a:gd name="T15" fmla="*/ 6 h 60"/>
                <a:gd name="T16" fmla="*/ 59 w 59"/>
                <a:gd name="T17" fmla="*/ 54 h 60"/>
                <a:gd name="T18" fmla="*/ 53 w 59"/>
                <a:gd name="T19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9" h="60">
                  <a:moveTo>
                    <a:pt x="53" y="60"/>
                  </a:moveTo>
                  <a:cubicBezTo>
                    <a:pt x="50" y="60"/>
                    <a:pt x="47" y="57"/>
                    <a:pt x="47" y="54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6" y="0"/>
                    <a:pt x="59" y="2"/>
                    <a:pt x="59" y="6"/>
                  </a:cubicBezTo>
                  <a:cubicBezTo>
                    <a:pt x="59" y="54"/>
                    <a:pt x="59" y="54"/>
                    <a:pt x="59" y="54"/>
                  </a:cubicBezTo>
                  <a:cubicBezTo>
                    <a:pt x="59" y="57"/>
                    <a:pt x="56" y="60"/>
                    <a:pt x="53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37" name="Freeform 130">
              <a:extLst>
                <a:ext uri="{FF2B5EF4-FFF2-40B4-BE49-F238E27FC236}">
                  <a16:creationId xmlns:a16="http://schemas.microsoft.com/office/drawing/2014/main" id="{8C889260-9971-2F40-8AA7-F1A4FF7B8A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6" y="1821"/>
              <a:ext cx="331" cy="307"/>
            </a:xfrm>
            <a:custGeom>
              <a:avLst/>
              <a:gdLst>
                <a:gd name="T0" fmla="*/ 60 w 216"/>
                <a:gd name="T1" fmla="*/ 205 h 205"/>
                <a:gd name="T2" fmla="*/ 57 w 216"/>
                <a:gd name="T3" fmla="*/ 204 h 205"/>
                <a:gd name="T4" fmla="*/ 0 w 216"/>
                <a:gd name="T5" fmla="*/ 108 h 205"/>
                <a:gd name="T6" fmla="*/ 108 w 216"/>
                <a:gd name="T7" fmla="*/ 0 h 205"/>
                <a:gd name="T8" fmla="*/ 216 w 216"/>
                <a:gd name="T9" fmla="*/ 108 h 205"/>
                <a:gd name="T10" fmla="*/ 196 w 216"/>
                <a:gd name="T11" fmla="*/ 171 h 205"/>
                <a:gd name="T12" fmla="*/ 188 w 216"/>
                <a:gd name="T13" fmla="*/ 172 h 205"/>
                <a:gd name="T14" fmla="*/ 186 w 216"/>
                <a:gd name="T15" fmla="*/ 164 h 205"/>
                <a:gd name="T16" fmla="*/ 204 w 216"/>
                <a:gd name="T17" fmla="*/ 108 h 205"/>
                <a:gd name="T18" fmla="*/ 108 w 216"/>
                <a:gd name="T19" fmla="*/ 12 h 205"/>
                <a:gd name="T20" fmla="*/ 12 w 216"/>
                <a:gd name="T21" fmla="*/ 108 h 205"/>
                <a:gd name="T22" fmla="*/ 63 w 216"/>
                <a:gd name="T23" fmla="*/ 193 h 205"/>
                <a:gd name="T24" fmla="*/ 65 w 216"/>
                <a:gd name="T25" fmla="*/ 201 h 205"/>
                <a:gd name="T26" fmla="*/ 60 w 216"/>
                <a:gd name="T27" fmla="*/ 205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6" h="205">
                  <a:moveTo>
                    <a:pt x="60" y="205"/>
                  </a:moveTo>
                  <a:cubicBezTo>
                    <a:pt x="59" y="205"/>
                    <a:pt x="58" y="204"/>
                    <a:pt x="57" y="204"/>
                  </a:cubicBezTo>
                  <a:cubicBezTo>
                    <a:pt x="22" y="185"/>
                    <a:pt x="0" y="148"/>
                    <a:pt x="0" y="108"/>
                  </a:cubicBezTo>
                  <a:cubicBezTo>
                    <a:pt x="0" y="49"/>
                    <a:pt x="48" y="0"/>
                    <a:pt x="108" y="0"/>
                  </a:cubicBezTo>
                  <a:cubicBezTo>
                    <a:pt x="167" y="0"/>
                    <a:pt x="216" y="49"/>
                    <a:pt x="216" y="108"/>
                  </a:cubicBezTo>
                  <a:cubicBezTo>
                    <a:pt x="216" y="131"/>
                    <a:pt x="209" y="153"/>
                    <a:pt x="196" y="171"/>
                  </a:cubicBezTo>
                  <a:cubicBezTo>
                    <a:pt x="194" y="173"/>
                    <a:pt x="190" y="174"/>
                    <a:pt x="188" y="172"/>
                  </a:cubicBezTo>
                  <a:cubicBezTo>
                    <a:pt x="185" y="170"/>
                    <a:pt x="184" y="167"/>
                    <a:pt x="186" y="164"/>
                  </a:cubicBezTo>
                  <a:cubicBezTo>
                    <a:pt x="198" y="148"/>
                    <a:pt x="204" y="128"/>
                    <a:pt x="204" y="108"/>
                  </a:cubicBezTo>
                  <a:cubicBezTo>
                    <a:pt x="204" y="56"/>
                    <a:pt x="161" y="12"/>
                    <a:pt x="108" y="12"/>
                  </a:cubicBezTo>
                  <a:cubicBezTo>
                    <a:pt x="55" y="12"/>
                    <a:pt x="12" y="56"/>
                    <a:pt x="12" y="108"/>
                  </a:cubicBezTo>
                  <a:cubicBezTo>
                    <a:pt x="12" y="144"/>
                    <a:pt x="31" y="177"/>
                    <a:pt x="63" y="193"/>
                  </a:cubicBezTo>
                  <a:cubicBezTo>
                    <a:pt x="66" y="195"/>
                    <a:pt x="67" y="198"/>
                    <a:pt x="65" y="201"/>
                  </a:cubicBezTo>
                  <a:cubicBezTo>
                    <a:pt x="64" y="203"/>
                    <a:pt x="62" y="205"/>
                    <a:pt x="60" y="20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38" name="Freeform 131">
              <a:extLst>
                <a:ext uri="{FF2B5EF4-FFF2-40B4-BE49-F238E27FC236}">
                  <a16:creationId xmlns:a16="http://schemas.microsoft.com/office/drawing/2014/main" id="{A5D47A1B-2141-4945-9F0E-589BB8088B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2" y="2035"/>
              <a:ext cx="19" cy="39"/>
            </a:xfrm>
            <a:custGeom>
              <a:avLst/>
              <a:gdLst>
                <a:gd name="T0" fmla="*/ 6 w 12"/>
                <a:gd name="T1" fmla="*/ 26 h 26"/>
                <a:gd name="T2" fmla="*/ 0 w 12"/>
                <a:gd name="T3" fmla="*/ 20 h 26"/>
                <a:gd name="T4" fmla="*/ 0 w 12"/>
                <a:gd name="T5" fmla="*/ 6 h 26"/>
                <a:gd name="T6" fmla="*/ 6 w 12"/>
                <a:gd name="T7" fmla="*/ 0 h 26"/>
                <a:gd name="T8" fmla="*/ 12 w 12"/>
                <a:gd name="T9" fmla="*/ 6 h 26"/>
                <a:gd name="T10" fmla="*/ 12 w 12"/>
                <a:gd name="T11" fmla="*/ 20 h 26"/>
                <a:gd name="T12" fmla="*/ 6 w 12"/>
                <a:gd name="T13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6">
                  <a:moveTo>
                    <a:pt x="6" y="26"/>
                  </a:moveTo>
                  <a:cubicBezTo>
                    <a:pt x="3" y="26"/>
                    <a:pt x="0" y="23"/>
                    <a:pt x="0" y="2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3"/>
                    <a:pt x="9" y="26"/>
                    <a:pt x="6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39" name="Freeform 132">
              <a:extLst>
                <a:ext uri="{FF2B5EF4-FFF2-40B4-BE49-F238E27FC236}">
                  <a16:creationId xmlns:a16="http://schemas.microsoft.com/office/drawing/2014/main" id="{C5C6BBAC-F34B-7C43-9879-1B7567B25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2" y="1893"/>
              <a:ext cx="19" cy="39"/>
            </a:xfrm>
            <a:custGeom>
              <a:avLst/>
              <a:gdLst>
                <a:gd name="T0" fmla="*/ 6 w 12"/>
                <a:gd name="T1" fmla="*/ 26 h 26"/>
                <a:gd name="T2" fmla="*/ 0 w 12"/>
                <a:gd name="T3" fmla="*/ 20 h 26"/>
                <a:gd name="T4" fmla="*/ 0 w 12"/>
                <a:gd name="T5" fmla="*/ 6 h 26"/>
                <a:gd name="T6" fmla="*/ 6 w 12"/>
                <a:gd name="T7" fmla="*/ 0 h 26"/>
                <a:gd name="T8" fmla="*/ 12 w 12"/>
                <a:gd name="T9" fmla="*/ 6 h 26"/>
                <a:gd name="T10" fmla="*/ 12 w 12"/>
                <a:gd name="T11" fmla="*/ 20 h 26"/>
                <a:gd name="T12" fmla="*/ 6 w 12"/>
                <a:gd name="T13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6">
                  <a:moveTo>
                    <a:pt x="6" y="26"/>
                  </a:moveTo>
                  <a:cubicBezTo>
                    <a:pt x="3" y="26"/>
                    <a:pt x="0" y="23"/>
                    <a:pt x="0" y="2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3"/>
                    <a:pt x="9" y="26"/>
                    <a:pt x="6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40" name="Freeform 133">
              <a:extLst>
                <a:ext uri="{FF2B5EF4-FFF2-40B4-BE49-F238E27FC236}">
                  <a16:creationId xmlns:a16="http://schemas.microsoft.com/office/drawing/2014/main" id="{0E22282C-227B-014F-891F-C55AF7AEC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0" y="1914"/>
              <a:ext cx="81" cy="139"/>
            </a:xfrm>
            <a:custGeom>
              <a:avLst/>
              <a:gdLst>
                <a:gd name="T0" fmla="*/ 27 w 53"/>
                <a:gd name="T1" fmla="*/ 93 h 93"/>
                <a:gd name="T2" fmla="*/ 0 w 53"/>
                <a:gd name="T3" fmla="*/ 67 h 93"/>
                <a:gd name="T4" fmla="*/ 6 w 53"/>
                <a:gd name="T5" fmla="*/ 61 h 93"/>
                <a:gd name="T6" fmla="*/ 12 w 53"/>
                <a:gd name="T7" fmla="*/ 67 h 93"/>
                <a:gd name="T8" fmla="*/ 27 w 53"/>
                <a:gd name="T9" fmla="*/ 81 h 93"/>
                <a:gd name="T10" fmla="*/ 41 w 53"/>
                <a:gd name="T11" fmla="*/ 67 h 93"/>
                <a:gd name="T12" fmla="*/ 27 w 53"/>
                <a:gd name="T13" fmla="*/ 52 h 93"/>
                <a:gd name="T14" fmla="*/ 0 w 53"/>
                <a:gd name="T15" fmla="*/ 26 h 93"/>
                <a:gd name="T16" fmla="*/ 27 w 53"/>
                <a:gd name="T17" fmla="*/ 0 h 93"/>
                <a:gd name="T18" fmla="*/ 53 w 53"/>
                <a:gd name="T19" fmla="*/ 26 h 93"/>
                <a:gd name="T20" fmla="*/ 47 w 53"/>
                <a:gd name="T21" fmla="*/ 32 h 93"/>
                <a:gd name="T22" fmla="*/ 41 w 53"/>
                <a:gd name="T23" fmla="*/ 26 h 93"/>
                <a:gd name="T24" fmla="*/ 27 w 53"/>
                <a:gd name="T25" fmla="*/ 12 h 93"/>
                <a:gd name="T26" fmla="*/ 12 w 53"/>
                <a:gd name="T27" fmla="*/ 26 h 93"/>
                <a:gd name="T28" fmla="*/ 27 w 53"/>
                <a:gd name="T29" fmla="*/ 40 h 93"/>
                <a:gd name="T30" fmla="*/ 53 w 53"/>
                <a:gd name="T31" fmla="*/ 67 h 93"/>
                <a:gd name="T32" fmla="*/ 27 w 53"/>
                <a:gd name="T33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3" h="93">
                  <a:moveTo>
                    <a:pt x="27" y="93"/>
                  </a:moveTo>
                  <a:cubicBezTo>
                    <a:pt x="12" y="93"/>
                    <a:pt x="0" y="81"/>
                    <a:pt x="0" y="67"/>
                  </a:cubicBezTo>
                  <a:cubicBezTo>
                    <a:pt x="0" y="64"/>
                    <a:pt x="3" y="61"/>
                    <a:pt x="6" y="61"/>
                  </a:cubicBezTo>
                  <a:cubicBezTo>
                    <a:pt x="10" y="61"/>
                    <a:pt x="12" y="64"/>
                    <a:pt x="12" y="67"/>
                  </a:cubicBezTo>
                  <a:cubicBezTo>
                    <a:pt x="12" y="75"/>
                    <a:pt x="19" y="81"/>
                    <a:pt x="27" y="81"/>
                  </a:cubicBezTo>
                  <a:cubicBezTo>
                    <a:pt x="35" y="81"/>
                    <a:pt x="41" y="75"/>
                    <a:pt x="41" y="67"/>
                  </a:cubicBezTo>
                  <a:cubicBezTo>
                    <a:pt x="41" y="59"/>
                    <a:pt x="35" y="52"/>
                    <a:pt x="27" y="52"/>
                  </a:cubicBezTo>
                  <a:cubicBezTo>
                    <a:pt x="12" y="52"/>
                    <a:pt x="0" y="41"/>
                    <a:pt x="0" y="26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1" y="0"/>
                    <a:pt x="53" y="12"/>
                    <a:pt x="53" y="26"/>
                  </a:cubicBezTo>
                  <a:cubicBezTo>
                    <a:pt x="53" y="29"/>
                    <a:pt x="51" y="32"/>
                    <a:pt x="47" y="32"/>
                  </a:cubicBezTo>
                  <a:cubicBezTo>
                    <a:pt x="44" y="32"/>
                    <a:pt x="41" y="29"/>
                    <a:pt x="41" y="26"/>
                  </a:cubicBezTo>
                  <a:cubicBezTo>
                    <a:pt x="41" y="18"/>
                    <a:pt x="35" y="12"/>
                    <a:pt x="27" y="12"/>
                  </a:cubicBezTo>
                  <a:cubicBezTo>
                    <a:pt x="19" y="12"/>
                    <a:pt x="12" y="18"/>
                    <a:pt x="12" y="26"/>
                  </a:cubicBezTo>
                  <a:cubicBezTo>
                    <a:pt x="12" y="34"/>
                    <a:pt x="19" y="40"/>
                    <a:pt x="27" y="40"/>
                  </a:cubicBezTo>
                  <a:cubicBezTo>
                    <a:pt x="41" y="40"/>
                    <a:pt x="53" y="52"/>
                    <a:pt x="53" y="67"/>
                  </a:cubicBezTo>
                  <a:cubicBezTo>
                    <a:pt x="53" y="81"/>
                    <a:pt x="41" y="93"/>
                    <a:pt x="27" y="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41" name="Group 21">
            <a:extLst>
              <a:ext uri="{FF2B5EF4-FFF2-40B4-BE49-F238E27FC236}">
                <a16:creationId xmlns:a16="http://schemas.microsoft.com/office/drawing/2014/main" id="{DF8633A8-0907-CE44-BEF9-83365247F28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8420433" y="3170602"/>
            <a:ext cx="473118" cy="374241"/>
            <a:chOff x="526" y="695"/>
            <a:chExt cx="445" cy="352"/>
          </a:xfrm>
          <a:solidFill>
            <a:schemeClr val="accent1"/>
          </a:solidFill>
        </p:grpSpPr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0AA12124-D907-9A4D-80E8-82D0A9B10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" y="741"/>
              <a:ext cx="382" cy="306"/>
            </a:xfrm>
            <a:custGeom>
              <a:avLst/>
              <a:gdLst>
                <a:gd name="T0" fmla="*/ 243 w 250"/>
                <a:gd name="T1" fmla="*/ 191 h 204"/>
                <a:gd name="T2" fmla="*/ 13 w 250"/>
                <a:gd name="T3" fmla="*/ 191 h 204"/>
                <a:gd name="T4" fmla="*/ 13 w 250"/>
                <a:gd name="T5" fmla="*/ 8 h 204"/>
                <a:gd name="T6" fmla="*/ 7 w 250"/>
                <a:gd name="T7" fmla="*/ 0 h 204"/>
                <a:gd name="T8" fmla="*/ 0 w 250"/>
                <a:gd name="T9" fmla="*/ 8 h 204"/>
                <a:gd name="T10" fmla="*/ 0 w 250"/>
                <a:gd name="T11" fmla="*/ 198 h 204"/>
                <a:gd name="T12" fmla="*/ 7 w 250"/>
                <a:gd name="T13" fmla="*/ 204 h 204"/>
                <a:gd name="T14" fmla="*/ 243 w 250"/>
                <a:gd name="T15" fmla="*/ 204 h 204"/>
                <a:gd name="T16" fmla="*/ 250 w 250"/>
                <a:gd name="T17" fmla="*/ 198 h 204"/>
                <a:gd name="T18" fmla="*/ 243 w 250"/>
                <a:gd name="T19" fmla="*/ 191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0" h="204">
                  <a:moveTo>
                    <a:pt x="243" y="191"/>
                  </a:moveTo>
                  <a:cubicBezTo>
                    <a:pt x="13" y="191"/>
                    <a:pt x="13" y="191"/>
                    <a:pt x="13" y="191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3" y="4"/>
                    <a:pt x="10" y="0"/>
                    <a:pt x="7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201"/>
                    <a:pt x="3" y="204"/>
                    <a:pt x="7" y="204"/>
                  </a:cubicBezTo>
                  <a:cubicBezTo>
                    <a:pt x="243" y="204"/>
                    <a:pt x="243" y="204"/>
                    <a:pt x="243" y="204"/>
                  </a:cubicBezTo>
                  <a:cubicBezTo>
                    <a:pt x="247" y="204"/>
                    <a:pt x="250" y="201"/>
                    <a:pt x="250" y="198"/>
                  </a:cubicBezTo>
                  <a:cubicBezTo>
                    <a:pt x="250" y="194"/>
                    <a:pt x="247" y="191"/>
                    <a:pt x="243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" name="Freeform 242">
              <a:extLst>
                <a:ext uri="{FF2B5EF4-FFF2-40B4-BE49-F238E27FC236}">
                  <a16:creationId xmlns:a16="http://schemas.microsoft.com/office/drawing/2014/main" id="{F4562066-1535-0A41-9AF3-02D89DD896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3" y="695"/>
              <a:ext cx="398" cy="284"/>
            </a:xfrm>
            <a:custGeom>
              <a:avLst/>
              <a:gdLst>
                <a:gd name="T0" fmla="*/ 208 w 260"/>
                <a:gd name="T1" fmla="*/ 0 h 190"/>
                <a:gd name="T2" fmla="*/ 157 w 260"/>
                <a:gd name="T3" fmla="*/ 51 h 190"/>
                <a:gd name="T4" fmla="*/ 173 w 260"/>
                <a:gd name="T5" fmla="*/ 89 h 190"/>
                <a:gd name="T6" fmla="*/ 149 w 260"/>
                <a:gd name="T7" fmla="*/ 122 h 190"/>
                <a:gd name="T8" fmla="*/ 139 w 260"/>
                <a:gd name="T9" fmla="*/ 120 h 190"/>
                <a:gd name="T10" fmla="*/ 122 w 260"/>
                <a:gd name="T11" fmla="*/ 126 h 190"/>
                <a:gd name="T12" fmla="*/ 104 w 260"/>
                <a:gd name="T13" fmla="*/ 113 h 190"/>
                <a:gd name="T14" fmla="*/ 106 w 260"/>
                <a:gd name="T15" fmla="*/ 104 h 190"/>
                <a:gd name="T16" fmla="*/ 80 w 260"/>
                <a:gd name="T17" fmla="*/ 78 h 190"/>
                <a:gd name="T18" fmla="*/ 55 w 260"/>
                <a:gd name="T19" fmla="*/ 104 h 190"/>
                <a:gd name="T20" fmla="*/ 59 w 260"/>
                <a:gd name="T21" fmla="*/ 118 h 190"/>
                <a:gd name="T22" fmla="*/ 37 w 260"/>
                <a:gd name="T23" fmla="*/ 141 h 190"/>
                <a:gd name="T24" fmla="*/ 26 w 260"/>
                <a:gd name="T25" fmla="*/ 139 h 190"/>
                <a:gd name="T26" fmla="*/ 0 w 260"/>
                <a:gd name="T27" fmla="*/ 164 h 190"/>
                <a:gd name="T28" fmla="*/ 26 w 260"/>
                <a:gd name="T29" fmla="*/ 190 h 190"/>
                <a:gd name="T30" fmla="*/ 52 w 260"/>
                <a:gd name="T31" fmla="*/ 164 h 190"/>
                <a:gd name="T32" fmla="*/ 47 w 260"/>
                <a:gd name="T33" fmla="*/ 150 h 190"/>
                <a:gd name="T34" fmla="*/ 69 w 260"/>
                <a:gd name="T35" fmla="*/ 127 h 190"/>
                <a:gd name="T36" fmla="*/ 80 w 260"/>
                <a:gd name="T37" fmla="*/ 130 h 190"/>
                <a:gd name="T38" fmla="*/ 97 w 260"/>
                <a:gd name="T39" fmla="*/ 123 h 190"/>
                <a:gd name="T40" fmla="*/ 115 w 260"/>
                <a:gd name="T41" fmla="*/ 137 h 190"/>
                <a:gd name="T42" fmla="*/ 113 w 260"/>
                <a:gd name="T43" fmla="*/ 146 h 190"/>
                <a:gd name="T44" fmla="*/ 139 w 260"/>
                <a:gd name="T45" fmla="*/ 171 h 190"/>
                <a:gd name="T46" fmla="*/ 165 w 260"/>
                <a:gd name="T47" fmla="*/ 146 h 190"/>
                <a:gd name="T48" fmla="*/ 159 w 260"/>
                <a:gd name="T49" fmla="*/ 130 h 190"/>
                <a:gd name="T50" fmla="*/ 183 w 260"/>
                <a:gd name="T51" fmla="*/ 97 h 190"/>
                <a:gd name="T52" fmla="*/ 208 w 260"/>
                <a:gd name="T53" fmla="*/ 103 h 190"/>
                <a:gd name="T54" fmla="*/ 260 w 260"/>
                <a:gd name="T55" fmla="*/ 51 h 190"/>
                <a:gd name="T56" fmla="*/ 208 w 260"/>
                <a:gd name="T57" fmla="*/ 0 h 190"/>
                <a:gd name="T58" fmla="*/ 38 w 260"/>
                <a:gd name="T59" fmla="*/ 164 h 190"/>
                <a:gd name="T60" fmla="*/ 26 w 260"/>
                <a:gd name="T61" fmla="*/ 177 h 190"/>
                <a:gd name="T62" fmla="*/ 13 w 260"/>
                <a:gd name="T63" fmla="*/ 164 h 190"/>
                <a:gd name="T64" fmla="*/ 26 w 260"/>
                <a:gd name="T65" fmla="*/ 152 h 190"/>
                <a:gd name="T66" fmla="*/ 28 w 260"/>
                <a:gd name="T67" fmla="*/ 152 h 190"/>
                <a:gd name="T68" fmla="*/ 37 w 260"/>
                <a:gd name="T69" fmla="*/ 161 h 190"/>
                <a:gd name="T70" fmla="*/ 38 w 260"/>
                <a:gd name="T71" fmla="*/ 164 h 190"/>
                <a:gd name="T72" fmla="*/ 80 w 260"/>
                <a:gd name="T73" fmla="*/ 116 h 190"/>
                <a:gd name="T74" fmla="*/ 78 w 260"/>
                <a:gd name="T75" fmla="*/ 116 h 190"/>
                <a:gd name="T76" fmla="*/ 69 w 260"/>
                <a:gd name="T77" fmla="*/ 107 h 190"/>
                <a:gd name="T78" fmla="*/ 69 w 260"/>
                <a:gd name="T79" fmla="*/ 104 h 190"/>
                <a:gd name="T80" fmla="*/ 80 w 260"/>
                <a:gd name="T81" fmla="*/ 91 h 190"/>
                <a:gd name="T82" fmla="*/ 93 w 260"/>
                <a:gd name="T83" fmla="*/ 104 h 190"/>
                <a:gd name="T84" fmla="*/ 93 w 260"/>
                <a:gd name="T85" fmla="*/ 105 h 190"/>
                <a:gd name="T86" fmla="*/ 85 w 260"/>
                <a:gd name="T87" fmla="*/ 115 h 190"/>
                <a:gd name="T88" fmla="*/ 80 w 260"/>
                <a:gd name="T89" fmla="*/ 116 h 190"/>
                <a:gd name="T90" fmla="*/ 151 w 260"/>
                <a:gd name="T91" fmla="*/ 146 h 190"/>
                <a:gd name="T92" fmla="*/ 139 w 260"/>
                <a:gd name="T93" fmla="*/ 158 h 190"/>
                <a:gd name="T94" fmla="*/ 126 w 260"/>
                <a:gd name="T95" fmla="*/ 146 h 190"/>
                <a:gd name="T96" fmla="*/ 126 w 260"/>
                <a:gd name="T97" fmla="*/ 145 h 190"/>
                <a:gd name="T98" fmla="*/ 134 w 260"/>
                <a:gd name="T99" fmla="*/ 134 h 190"/>
                <a:gd name="T100" fmla="*/ 139 w 260"/>
                <a:gd name="T101" fmla="*/ 133 h 190"/>
                <a:gd name="T102" fmla="*/ 140 w 260"/>
                <a:gd name="T103" fmla="*/ 133 h 190"/>
                <a:gd name="T104" fmla="*/ 151 w 260"/>
                <a:gd name="T105" fmla="*/ 141 h 190"/>
                <a:gd name="T106" fmla="*/ 151 w 260"/>
                <a:gd name="T107" fmla="*/ 146 h 190"/>
                <a:gd name="T108" fmla="*/ 208 w 260"/>
                <a:gd name="T109" fmla="*/ 90 h 190"/>
                <a:gd name="T110" fmla="*/ 191 w 260"/>
                <a:gd name="T111" fmla="*/ 86 h 190"/>
                <a:gd name="T112" fmla="*/ 181 w 260"/>
                <a:gd name="T113" fmla="*/ 78 h 190"/>
                <a:gd name="T114" fmla="*/ 170 w 260"/>
                <a:gd name="T115" fmla="*/ 51 h 190"/>
                <a:gd name="T116" fmla="*/ 208 w 260"/>
                <a:gd name="T117" fmla="*/ 13 h 190"/>
                <a:gd name="T118" fmla="*/ 247 w 260"/>
                <a:gd name="T119" fmla="*/ 51 h 190"/>
                <a:gd name="T120" fmla="*/ 208 w 260"/>
                <a:gd name="T121" fmla="*/ 9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60" h="190">
                  <a:moveTo>
                    <a:pt x="208" y="0"/>
                  </a:moveTo>
                  <a:cubicBezTo>
                    <a:pt x="180" y="0"/>
                    <a:pt x="157" y="23"/>
                    <a:pt x="157" y="51"/>
                  </a:cubicBezTo>
                  <a:cubicBezTo>
                    <a:pt x="157" y="66"/>
                    <a:pt x="163" y="80"/>
                    <a:pt x="173" y="89"/>
                  </a:cubicBezTo>
                  <a:cubicBezTo>
                    <a:pt x="149" y="122"/>
                    <a:pt x="149" y="122"/>
                    <a:pt x="149" y="122"/>
                  </a:cubicBezTo>
                  <a:cubicBezTo>
                    <a:pt x="145" y="121"/>
                    <a:pt x="142" y="120"/>
                    <a:pt x="139" y="120"/>
                  </a:cubicBezTo>
                  <a:cubicBezTo>
                    <a:pt x="133" y="120"/>
                    <a:pt x="126" y="122"/>
                    <a:pt x="122" y="126"/>
                  </a:cubicBezTo>
                  <a:cubicBezTo>
                    <a:pt x="104" y="113"/>
                    <a:pt x="104" y="113"/>
                    <a:pt x="104" y="113"/>
                  </a:cubicBezTo>
                  <a:cubicBezTo>
                    <a:pt x="106" y="110"/>
                    <a:pt x="106" y="107"/>
                    <a:pt x="106" y="104"/>
                  </a:cubicBezTo>
                  <a:cubicBezTo>
                    <a:pt x="106" y="90"/>
                    <a:pt x="94" y="78"/>
                    <a:pt x="80" y="78"/>
                  </a:cubicBezTo>
                  <a:cubicBezTo>
                    <a:pt x="67" y="78"/>
                    <a:pt x="55" y="90"/>
                    <a:pt x="55" y="104"/>
                  </a:cubicBezTo>
                  <a:cubicBezTo>
                    <a:pt x="55" y="109"/>
                    <a:pt x="56" y="114"/>
                    <a:pt x="59" y="118"/>
                  </a:cubicBezTo>
                  <a:cubicBezTo>
                    <a:pt x="37" y="141"/>
                    <a:pt x="37" y="141"/>
                    <a:pt x="37" y="141"/>
                  </a:cubicBezTo>
                  <a:cubicBezTo>
                    <a:pt x="34" y="139"/>
                    <a:pt x="30" y="139"/>
                    <a:pt x="26" y="139"/>
                  </a:cubicBezTo>
                  <a:cubicBezTo>
                    <a:pt x="12" y="139"/>
                    <a:pt x="0" y="150"/>
                    <a:pt x="0" y="164"/>
                  </a:cubicBezTo>
                  <a:cubicBezTo>
                    <a:pt x="0" y="179"/>
                    <a:pt x="12" y="190"/>
                    <a:pt x="26" y="190"/>
                  </a:cubicBezTo>
                  <a:cubicBezTo>
                    <a:pt x="40" y="190"/>
                    <a:pt x="52" y="179"/>
                    <a:pt x="52" y="164"/>
                  </a:cubicBezTo>
                  <a:cubicBezTo>
                    <a:pt x="52" y="159"/>
                    <a:pt x="50" y="155"/>
                    <a:pt x="47" y="150"/>
                  </a:cubicBezTo>
                  <a:cubicBezTo>
                    <a:pt x="69" y="127"/>
                    <a:pt x="69" y="127"/>
                    <a:pt x="69" y="127"/>
                  </a:cubicBezTo>
                  <a:cubicBezTo>
                    <a:pt x="72" y="129"/>
                    <a:pt x="77" y="130"/>
                    <a:pt x="80" y="130"/>
                  </a:cubicBezTo>
                  <a:cubicBezTo>
                    <a:pt x="86" y="130"/>
                    <a:pt x="93" y="127"/>
                    <a:pt x="97" y="123"/>
                  </a:cubicBezTo>
                  <a:cubicBezTo>
                    <a:pt x="115" y="137"/>
                    <a:pt x="115" y="137"/>
                    <a:pt x="115" y="137"/>
                  </a:cubicBezTo>
                  <a:cubicBezTo>
                    <a:pt x="114" y="139"/>
                    <a:pt x="113" y="142"/>
                    <a:pt x="113" y="146"/>
                  </a:cubicBezTo>
                  <a:cubicBezTo>
                    <a:pt x="113" y="159"/>
                    <a:pt x="125" y="171"/>
                    <a:pt x="139" y="171"/>
                  </a:cubicBezTo>
                  <a:cubicBezTo>
                    <a:pt x="153" y="171"/>
                    <a:pt x="165" y="159"/>
                    <a:pt x="165" y="146"/>
                  </a:cubicBezTo>
                  <a:cubicBezTo>
                    <a:pt x="165" y="139"/>
                    <a:pt x="162" y="134"/>
                    <a:pt x="159" y="130"/>
                  </a:cubicBezTo>
                  <a:cubicBezTo>
                    <a:pt x="183" y="97"/>
                    <a:pt x="183" y="97"/>
                    <a:pt x="183" y="97"/>
                  </a:cubicBezTo>
                  <a:cubicBezTo>
                    <a:pt x="191" y="101"/>
                    <a:pt x="199" y="103"/>
                    <a:pt x="208" y="103"/>
                  </a:cubicBezTo>
                  <a:cubicBezTo>
                    <a:pt x="237" y="103"/>
                    <a:pt x="260" y="80"/>
                    <a:pt x="260" y="51"/>
                  </a:cubicBezTo>
                  <a:cubicBezTo>
                    <a:pt x="260" y="23"/>
                    <a:pt x="237" y="0"/>
                    <a:pt x="208" y="0"/>
                  </a:cubicBezTo>
                  <a:close/>
                  <a:moveTo>
                    <a:pt x="38" y="164"/>
                  </a:moveTo>
                  <a:cubicBezTo>
                    <a:pt x="38" y="172"/>
                    <a:pt x="33" y="177"/>
                    <a:pt x="26" y="177"/>
                  </a:cubicBezTo>
                  <a:cubicBezTo>
                    <a:pt x="19" y="177"/>
                    <a:pt x="13" y="172"/>
                    <a:pt x="13" y="164"/>
                  </a:cubicBezTo>
                  <a:cubicBezTo>
                    <a:pt x="13" y="157"/>
                    <a:pt x="19" y="152"/>
                    <a:pt x="26" y="152"/>
                  </a:cubicBezTo>
                  <a:cubicBezTo>
                    <a:pt x="27" y="152"/>
                    <a:pt x="28" y="152"/>
                    <a:pt x="28" y="152"/>
                  </a:cubicBezTo>
                  <a:cubicBezTo>
                    <a:pt x="33" y="153"/>
                    <a:pt x="37" y="156"/>
                    <a:pt x="37" y="161"/>
                  </a:cubicBezTo>
                  <a:cubicBezTo>
                    <a:pt x="38" y="162"/>
                    <a:pt x="38" y="164"/>
                    <a:pt x="38" y="164"/>
                  </a:cubicBezTo>
                  <a:close/>
                  <a:moveTo>
                    <a:pt x="80" y="116"/>
                  </a:moveTo>
                  <a:cubicBezTo>
                    <a:pt x="80" y="116"/>
                    <a:pt x="79" y="116"/>
                    <a:pt x="78" y="116"/>
                  </a:cubicBezTo>
                  <a:cubicBezTo>
                    <a:pt x="74" y="115"/>
                    <a:pt x="69" y="112"/>
                    <a:pt x="69" y="107"/>
                  </a:cubicBezTo>
                  <a:cubicBezTo>
                    <a:pt x="69" y="106"/>
                    <a:pt x="69" y="105"/>
                    <a:pt x="69" y="104"/>
                  </a:cubicBezTo>
                  <a:cubicBezTo>
                    <a:pt x="69" y="97"/>
                    <a:pt x="74" y="91"/>
                    <a:pt x="80" y="91"/>
                  </a:cubicBezTo>
                  <a:cubicBezTo>
                    <a:pt x="87" y="91"/>
                    <a:pt x="93" y="97"/>
                    <a:pt x="93" y="104"/>
                  </a:cubicBezTo>
                  <a:cubicBezTo>
                    <a:pt x="93" y="105"/>
                    <a:pt x="93" y="105"/>
                    <a:pt x="93" y="105"/>
                  </a:cubicBezTo>
                  <a:cubicBezTo>
                    <a:pt x="93" y="109"/>
                    <a:pt x="90" y="114"/>
                    <a:pt x="85" y="115"/>
                  </a:cubicBezTo>
                  <a:cubicBezTo>
                    <a:pt x="84" y="116"/>
                    <a:pt x="82" y="116"/>
                    <a:pt x="80" y="116"/>
                  </a:cubicBezTo>
                  <a:close/>
                  <a:moveTo>
                    <a:pt x="151" y="146"/>
                  </a:moveTo>
                  <a:cubicBezTo>
                    <a:pt x="151" y="152"/>
                    <a:pt x="145" y="158"/>
                    <a:pt x="139" y="158"/>
                  </a:cubicBezTo>
                  <a:cubicBezTo>
                    <a:pt x="132" y="158"/>
                    <a:pt x="126" y="152"/>
                    <a:pt x="126" y="146"/>
                  </a:cubicBezTo>
                  <a:cubicBezTo>
                    <a:pt x="126" y="145"/>
                    <a:pt x="126" y="145"/>
                    <a:pt x="126" y="145"/>
                  </a:cubicBezTo>
                  <a:cubicBezTo>
                    <a:pt x="126" y="139"/>
                    <a:pt x="130" y="136"/>
                    <a:pt x="134" y="134"/>
                  </a:cubicBezTo>
                  <a:cubicBezTo>
                    <a:pt x="135" y="133"/>
                    <a:pt x="137" y="133"/>
                    <a:pt x="139" y="133"/>
                  </a:cubicBezTo>
                  <a:cubicBezTo>
                    <a:pt x="140" y="133"/>
                    <a:pt x="140" y="133"/>
                    <a:pt x="140" y="133"/>
                  </a:cubicBezTo>
                  <a:cubicBezTo>
                    <a:pt x="144" y="133"/>
                    <a:pt x="149" y="137"/>
                    <a:pt x="151" y="141"/>
                  </a:cubicBezTo>
                  <a:cubicBezTo>
                    <a:pt x="151" y="142"/>
                    <a:pt x="151" y="144"/>
                    <a:pt x="151" y="146"/>
                  </a:cubicBezTo>
                  <a:close/>
                  <a:moveTo>
                    <a:pt x="208" y="90"/>
                  </a:moveTo>
                  <a:cubicBezTo>
                    <a:pt x="202" y="90"/>
                    <a:pt x="197" y="89"/>
                    <a:pt x="191" y="86"/>
                  </a:cubicBezTo>
                  <a:cubicBezTo>
                    <a:pt x="188" y="84"/>
                    <a:pt x="184" y="82"/>
                    <a:pt x="181" y="78"/>
                  </a:cubicBezTo>
                  <a:cubicBezTo>
                    <a:pt x="175" y="72"/>
                    <a:pt x="170" y="62"/>
                    <a:pt x="170" y="51"/>
                  </a:cubicBezTo>
                  <a:cubicBezTo>
                    <a:pt x="170" y="30"/>
                    <a:pt x="187" y="13"/>
                    <a:pt x="208" y="13"/>
                  </a:cubicBezTo>
                  <a:cubicBezTo>
                    <a:pt x="230" y="13"/>
                    <a:pt x="247" y="30"/>
                    <a:pt x="247" y="51"/>
                  </a:cubicBezTo>
                  <a:cubicBezTo>
                    <a:pt x="247" y="73"/>
                    <a:pt x="230" y="90"/>
                    <a:pt x="208" y="9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" name="Freeform 243">
              <a:extLst>
                <a:ext uri="{FF2B5EF4-FFF2-40B4-BE49-F238E27FC236}">
                  <a16:creationId xmlns:a16="http://schemas.microsoft.com/office/drawing/2014/main" id="{B9353C7F-D73E-B741-B879-7A160E097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" y="800"/>
              <a:ext cx="17" cy="16"/>
            </a:xfrm>
            <a:custGeom>
              <a:avLst/>
              <a:gdLst>
                <a:gd name="T0" fmla="*/ 0 w 17"/>
                <a:gd name="T1" fmla="*/ 0 h 16"/>
                <a:gd name="T2" fmla="*/ 17 w 17"/>
                <a:gd name="T3" fmla="*/ 0 h 16"/>
                <a:gd name="T4" fmla="*/ 17 w 17"/>
                <a:gd name="T5" fmla="*/ 16 h 16"/>
                <a:gd name="T6" fmla="*/ 0 w 17"/>
                <a:gd name="T7" fmla="*/ 16 h 16"/>
                <a:gd name="T8" fmla="*/ 0 w 17"/>
                <a:gd name="T9" fmla="*/ 0 h 16"/>
                <a:gd name="T10" fmla="*/ 0 w 17"/>
                <a:gd name="T1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16">
                  <a:moveTo>
                    <a:pt x="0" y="0"/>
                  </a:moveTo>
                  <a:lnTo>
                    <a:pt x="17" y="0"/>
                  </a:lnTo>
                  <a:lnTo>
                    <a:pt x="17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" name="Freeform 244">
              <a:extLst>
                <a:ext uri="{FF2B5EF4-FFF2-40B4-BE49-F238E27FC236}">
                  <a16:creationId xmlns:a16="http://schemas.microsoft.com/office/drawing/2014/main" id="{6486A7B7-4FAD-3449-8DAB-F23DCD605F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" y="725"/>
              <a:ext cx="65" cy="67"/>
            </a:xfrm>
            <a:custGeom>
              <a:avLst/>
              <a:gdLst>
                <a:gd name="T0" fmla="*/ 21 w 43"/>
                <a:gd name="T1" fmla="*/ 0 h 45"/>
                <a:gd name="T2" fmla="*/ 6 w 43"/>
                <a:gd name="T3" fmla="*/ 6 h 45"/>
                <a:gd name="T4" fmla="*/ 0 w 43"/>
                <a:gd name="T5" fmla="*/ 18 h 45"/>
                <a:gd name="T6" fmla="*/ 10 w 43"/>
                <a:gd name="T7" fmla="*/ 19 h 45"/>
                <a:gd name="T8" fmla="*/ 14 w 43"/>
                <a:gd name="T9" fmla="*/ 12 h 45"/>
                <a:gd name="T10" fmla="*/ 21 w 43"/>
                <a:gd name="T11" fmla="*/ 9 h 45"/>
                <a:gd name="T12" fmla="*/ 28 w 43"/>
                <a:gd name="T13" fmla="*/ 11 h 45"/>
                <a:gd name="T14" fmla="*/ 31 w 43"/>
                <a:gd name="T15" fmla="*/ 17 h 45"/>
                <a:gd name="T16" fmla="*/ 29 w 43"/>
                <a:gd name="T17" fmla="*/ 22 h 45"/>
                <a:gd name="T18" fmla="*/ 24 w 43"/>
                <a:gd name="T19" fmla="*/ 27 h 45"/>
                <a:gd name="T20" fmla="*/ 17 w 43"/>
                <a:gd name="T21" fmla="*/ 35 h 45"/>
                <a:gd name="T22" fmla="*/ 15 w 43"/>
                <a:gd name="T23" fmla="*/ 43 h 45"/>
                <a:gd name="T24" fmla="*/ 16 w 43"/>
                <a:gd name="T25" fmla="*/ 45 h 45"/>
                <a:gd name="T26" fmla="*/ 26 w 43"/>
                <a:gd name="T27" fmla="*/ 45 h 45"/>
                <a:gd name="T28" fmla="*/ 27 w 43"/>
                <a:gd name="T29" fmla="*/ 39 h 45"/>
                <a:gd name="T30" fmla="*/ 31 w 43"/>
                <a:gd name="T31" fmla="*/ 34 h 45"/>
                <a:gd name="T32" fmla="*/ 40 w 43"/>
                <a:gd name="T33" fmla="*/ 25 h 45"/>
                <a:gd name="T34" fmla="*/ 43 w 43"/>
                <a:gd name="T35" fmla="*/ 17 h 45"/>
                <a:gd name="T36" fmla="*/ 36 w 43"/>
                <a:gd name="T37" fmla="*/ 6 h 45"/>
                <a:gd name="T38" fmla="*/ 21 w 43"/>
                <a:gd name="T39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3" h="45">
                  <a:moveTo>
                    <a:pt x="21" y="0"/>
                  </a:moveTo>
                  <a:cubicBezTo>
                    <a:pt x="15" y="0"/>
                    <a:pt x="10" y="2"/>
                    <a:pt x="6" y="6"/>
                  </a:cubicBezTo>
                  <a:cubicBezTo>
                    <a:pt x="2" y="9"/>
                    <a:pt x="0" y="13"/>
                    <a:pt x="0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16"/>
                    <a:pt x="12" y="13"/>
                    <a:pt x="14" y="12"/>
                  </a:cubicBezTo>
                  <a:cubicBezTo>
                    <a:pt x="16" y="10"/>
                    <a:pt x="19" y="9"/>
                    <a:pt x="21" y="9"/>
                  </a:cubicBezTo>
                  <a:cubicBezTo>
                    <a:pt x="25" y="9"/>
                    <a:pt x="27" y="10"/>
                    <a:pt x="28" y="11"/>
                  </a:cubicBezTo>
                  <a:cubicBezTo>
                    <a:pt x="30" y="13"/>
                    <a:pt x="31" y="15"/>
                    <a:pt x="31" y="17"/>
                  </a:cubicBezTo>
                  <a:cubicBezTo>
                    <a:pt x="31" y="19"/>
                    <a:pt x="31" y="20"/>
                    <a:pt x="29" y="22"/>
                  </a:cubicBezTo>
                  <a:cubicBezTo>
                    <a:pt x="29" y="23"/>
                    <a:pt x="27" y="25"/>
                    <a:pt x="24" y="27"/>
                  </a:cubicBezTo>
                  <a:cubicBezTo>
                    <a:pt x="20" y="30"/>
                    <a:pt x="19" y="32"/>
                    <a:pt x="17" y="35"/>
                  </a:cubicBezTo>
                  <a:cubicBezTo>
                    <a:pt x="16" y="36"/>
                    <a:pt x="15" y="39"/>
                    <a:pt x="15" y="43"/>
                  </a:cubicBezTo>
                  <a:cubicBezTo>
                    <a:pt x="15" y="43"/>
                    <a:pt x="15" y="44"/>
                    <a:pt x="16" y="45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26" y="43"/>
                    <a:pt x="26" y="40"/>
                    <a:pt x="27" y="39"/>
                  </a:cubicBezTo>
                  <a:cubicBezTo>
                    <a:pt x="27" y="38"/>
                    <a:pt x="28" y="36"/>
                    <a:pt x="31" y="34"/>
                  </a:cubicBezTo>
                  <a:cubicBezTo>
                    <a:pt x="36" y="30"/>
                    <a:pt x="39" y="27"/>
                    <a:pt x="40" y="25"/>
                  </a:cubicBezTo>
                  <a:cubicBezTo>
                    <a:pt x="42" y="23"/>
                    <a:pt x="43" y="20"/>
                    <a:pt x="43" y="17"/>
                  </a:cubicBezTo>
                  <a:cubicBezTo>
                    <a:pt x="43" y="13"/>
                    <a:pt x="40" y="9"/>
                    <a:pt x="36" y="6"/>
                  </a:cubicBezTo>
                  <a:cubicBezTo>
                    <a:pt x="33" y="2"/>
                    <a:pt x="27" y="0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46" name="Group 71">
            <a:extLst>
              <a:ext uri="{FF2B5EF4-FFF2-40B4-BE49-F238E27FC236}">
                <a16:creationId xmlns:a16="http://schemas.microsoft.com/office/drawing/2014/main" id="{812AA5DC-A4DD-534D-91AC-87DD09713D0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667337" y="3111955"/>
            <a:ext cx="516168" cy="491534"/>
            <a:chOff x="6721" y="1874"/>
            <a:chExt cx="440" cy="419"/>
          </a:xfrm>
          <a:solidFill>
            <a:schemeClr val="accent1"/>
          </a:solidFill>
        </p:grpSpPr>
        <p:sp>
          <p:nvSpPr>
            <p:cNvPr id="247" name="Freeform 72">
              <a:extLst>
                <a:ext uri="{FF2B5EF4-FFF2-40B4-BE49-F238E27FC236}">
                  <a16:creationId xmlns:a16="http://schemas.microsoft.com/office/drawing/2014/main" id="{1D7E026E-1643-2347-9166-545F7A08B4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33" y="1952"/>
              <a:ext cx="73" cy="72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8" y="0"/>
                    <a:pt x="48" y="10"/>
                    <a:pt x="48" y="24"/>
                  </a:cubicBezTo>
                  <a:cubicBezTo>
                    <a:pt x="48" y="37"/>
                    <a:pt x="38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7"/>
                    <a:pt x="12" y="24"/>
                  </a:cubicBezTo>
                  <a:cubicBezTo>
                    <a:pt x="12" y="30"/>
                    <a:pt x="18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48" name="Freeform 73">
              <a:extLst>
                <a:ext uri="{FF2B5EF4-FFF2-40B4-BE49-F238E27FC236}">
                  <a16:creationId xmlns:a16="http://schemas.microsoft.com/office/drawing/2014/main" id="{5351C73B-0BA7-0241-A5BE-40597F2283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79" y="1898"/>
              <a:ext cx="182" cy="180"/>
            </a:xfrm>
            <a:custGeom>
              <a:avLst/>
              <a:gdLst>
                <a:gd name="T0" fmla="*/ 48 w 119"/>
                <a:gd name="T1" fmla="*/ 120 h 120"/>
                <a:gd name="T2" fmla="*/ 42 w 119"/>
                <a:gd name="T3" fmla="*/ 104 h 120"/>
                <a:gd name="T4" fmla="*/ 22 w 119"/>
                <a:gd name="T5" fmla="*/ 102 h 120"/>
                <a:gd name="T6" fmla="*/ 1 w 119"/>
                <a:gd name="T7" fmla="*/ 79 h 120"/>
                <a:gd name="T8" fmla="*/ 4 w 119"/>
                <a:gd name="T9" fmla="*/ 71 h 120"/>
                <a:gd name="T10" fmla="*/ 11 w 119"/>
                <a:gd name="T11" fmla="*/ 60 h 120"/>
                <a:gd name="T12" fmla="*/ 4 w 119"/>
                <a:gd name="T13" fmla="*/ 48 h 120"/>
                <a:gd name="T14" fmla="*/ 2 w 119"/>
                <a:gd name="T15" fmla="*/ 40 h 120"/>
                <a:gd name="T16" fmla="*/ 22 w 119"/>
                <a:gd name="T17" fmla="*/ 17 h 120"/>
                <a:gd name="T18" fmla="*/ 42 w 119"/>
                <a:gd name="T19" fmla="*/ 15 h 120"/>
                <a:gd name="T20" fmla="*/ 48 w 119"/>
                <a:gd name="T21" fmla="*/ 0 h 120"/>
                <a:gd name="T22" fmla="*/ 78 w 119"/>
                <a:gd name="T23" fmla="*/ 6 h 120"/>
                <a:gd name="T24" fmla="*/ 89 w 119"/>
                <a:gd name="T25" fmla="*/ 22 h 120"/>
                <a:gd name="T26" fmla="*/ 102 w 119"/>
                <a:gd name="T27" fmla="*/ 16 h 120"/>
                <a:gd name="T28" fmla="*/ 117 w 119"/>
                <a:gd name="T29" fmla="*/ 40 h 120"/>
                <a:gd name="T30" fmla="*/ 115 w 119"/>
                <a:gd name="T31" fmla="*/ 48 h 120"/>
                <a:gd name="T32" fmla="*/ 107 w 119"/>
                <a:gd name="T33" fmla="*/ 60 h 120"/>
                <a:gd name="T34" fmla="*/ 115 w 119"/>
                <a:gd name="T35" fmla="*/ 71 h 120"/>
                <a:gd name="T36" fmla="*/ 106 w 119"/>
                <a:gd name="T37" fmla="*/ 100 h 120"/>
                <a:gd name="T38" fmla="*/ 97 w 119"/>
                <a:gd name="T39" fmla="*/ 102 h 120"/>
                <a:gd name="T40" fmla="*/ 78 w 119"/>
                <a:gd name="T41" fmla="*/ 104 h 120"/>
                <a:gd name="T42" fmla="*/ 72 w 119"/>
                <a:gd name="T43" fmla="*/ 120 h 120"/>
                <a:gd name="T44" fmla="*/ 66 w 119"/>
                <a:gd name="T45" fmla="*/ 108 h 120"/>
                <a:gd name="T46" fmla="*/ 71 w 119"/>
                <a:gd name="T47" fmla="*/ 94 h 120"/>
                <a:gd name="T48" fmla="*/ 92 w 119"/>
                <a:gd name="T49" fmla="*/ 85 h 120"/>
                <a:gd name="T50" fmla="*/ 104 w 119"/>
                <a:gd name="T51" fmla="*/ 78 h 120"/>
                <a:gd name="T52" fmla="*/ 95 w 119"/>
                <a:gd name="T53" fmla="*/ 68 h 120"/>
                <a:gd name="T54" fmla="*/ 94 w 119"/>
                <a:gd name="T55" fmla="*/ 51 h 120"/>
                <a:gd name="T56" fmla="*/ 104 w 119"/>
                <a:gd name="T57" fmla="*/ 41 h 120"/>
                <a:gd name="T58" fmla="*/ 92 w 119"/>
                <a:gd name="T59" fmla="*/ 34 h 120"/>
                <a:gd name="T60" fmla="*/ 70 w 119"/>
                <a:gd name="T61" fmla="*/ 25 h 120"/>
                <a:gd name="T62" fmla="*/ 66 w 119"/>
                <a:gd name="T63" fmla="*/ 12 h 120"/>
                <a:gd name="T64" fmla="*/ 54 w 119"/>
                <a:gd name="T65" fmla="*/ 19 h 120"/>
                <a:gd name="T66" fmla="*/ 35 w 119"/>
                <a:gd name="T67" fmla="*/ 33 h 120"/>
                <a:gd name="T68" fmla="*/ 21 w 119"/>
                <a:gd name="T69" fmla="*/ 30 h 120"/>
                <a:gd name="T70" fmla="*/ 22 w 119"/>
                <a:gd name="T71" fmla="*/ 45 h 120"/>
                <a:gd name="T72" fmla="*/ 23 w 119"/>
                <a:gd name="T73" fmla="*/ 60 h 120"/>
                <a:gd name="T74" fmla="*/ 22 w 119"/>
                <a:gd name="T75" fmla="*/ 74 h 120"/>
                <a:gd name="T76" fmla="*/ 21 w 119"/>
                <a:gd name="T77" fmla="*/ 89 h 120"/>
                <a:gd name="T78" fmla="*/ 35 w 119"/>
                <a:gd name="T79" fmla="*/ 86 h 120"/>
                <a:gd name="T80" fmla="*/ 54 w 119"/>
                <a:gd name="T81" fmla="*/ 10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19" h="120">
                  <a:moveTo>
                    <a:pt x="72" y="120"/>
                  </a:moveTo>
                  <a:cubicBezTo>
                    <a:pt x="48" y="120"/>
                    <a:pt x="48" y="120"/>
                    <a:pt x="48" y="120"/>
                  </a:cubicBezTo>
                  <a:cubicBezTo>
                    <a:pt x="45" y="120"/>
                    <a:pt x="42" y="117"/>
                    <a:pt x="42" y="114"/>
                  </a:cubicBezTo>
                  <a:cubicBezTo>
                    <a:pt x="42" y="104"/>
                    <a:pt x="42" y="104"/>
                    <a:pt x="42" y="104"/>
                  </a:cubicBezTo>
                  <a:cubicBezTo>
                    <a:pt x="38" y="102"/>
                    <a:pt x="34" y="100"/>
                    <a:pt x="30" y="97"/>
                  </a:cubicBezTo>
                  <a:cubicBezTo>
                    <a:pt x="22" y="102"/>
                    <a:pt x="22" y="102"/>
                    <a:pt x="22" y="102"/>
                  </a:cubicBezTo>
                  <a:cubicBezTo>
                    <a:pt x="19" y="104"/>
                    <a:pt x="15" y="103"/>
                    <a:pt x="13" y="100"/>
                  </a:cubicBezTo>
                  <a:cubicBezTo>
                    <a:pt x="1" y="79"/>
                    <a:pt x="1" y="79"/>
                    <a:pt x="1" y="79"/>
                  </a:cubicBezTo>
                  <a:cubicBezTo>
                    <a:pt x="1" y="78"/>
                    <a:pt x="0" y="76"/>
                    <a:pt x="1" y="75"/>
                  </a:cubicBezTo>
                  <a:cubicBezTo>
                    <a:pt x="1" y="73"/>
                    <a:pt x="2" y="72"/>
                    <a:pt x="4" y="71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2" y="64"/>
                    <a:pt x="11" y="62"/>
                    <a:pt x="11" y="60"/>
                  </a:cubicBezTo>
                  <a:cubicBezTo>
                    <a:pt x="11" y="57"/>
                    <a:pt x="12" y="55"/>
                    <a:pt x="12" y="53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2" y="47"/>
                    <a:pt x="1" y="46"/>
                    <a:pt x="1" y="44"/>
                  </a:cubicBezTo>
                  <a:cubicBezTo>
                    <a:pt x="1" y="43"/>
                    <a:pt x="1" y="41"/>
                    <a:pt x="2" y="40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5" y="16"/>
                    <a:pt x="19" y="15"/>
                    <a:pt x="22" y="17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4" y="19"/>
                    <a:pt x="38" y="17"/>
                    <a:pt x="42" y="15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2" y="2"/>
                    <a:pt x="45" y="0"/>
                    <a:pt x="48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6" y="0"/>
                    <a:pt x="78" y="2"/>
                    <a:pt x="78" y="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2" y="17"/>
                    <a:pt x="86" y="19"/>
                    <a:pt x="89" y="22"/>
                  </a:cubicBezTo>
                  <a:cubicBezTo>
                    <a:pt x="97" y="17"/>
                    <a:pt x="97" y="17"/>
                    <a:pt x="97" y="17"/>
                  </a:cubicBezTo>
                  <a:cubicBezTo>
                    <a:pt x="99" y="16"/>
                    <a:pt x="100" y="16"/>
                    <a:pt x="102" y="16"/>
                  </a:cubicBezTo>
                  <a:cubicBezTo>
                    <a:pt x="103" y="17"/>
                    <a:pt x="105" y="18"/>
                    <a:pt x="105" y="19"/>
                  </a:cubicBezTo>
                  <a:cubicBezTo>
                    <a:pt x="117" y="40"/>
                    <a:pt x="117" y="40"/>
                    <a:pt x="117" y="40"/>
                  </a:cubicBezTo>
                  <a:cubicBezTo>
                    <a:pt x="118" y="41"/>
                    <a:pt x="118" y="43"/>
                    <a:pt x="118" y="44"/>
                  </a:cubicBezTo>
                  <a:cubicBezTo>
                    <a:pt x="118" y="46"/>
                    <a:pt x="117" y="47"/>
                    <a:pt x="115" y="48"/>
                  </a:cubicBezTo>
                  <a:cubicBezTo>
                    <a:pt x="107" y="53"/>
                    <a:pt x="107" y="53"/>
                    <a:pt x="107" y="53"/>
                  </a:cubicBezTo>
                  <a:cubicBezTo>
                    <a:pt x="107" y="55"/>
                    <a:pt x="107" y="57"/>
                    <a:pt x="107" y="60"/>
                  </a:cubicBezTo>
                  <a:cubicBezTo>
                    <a:pt x="107" y="62"/>
                    <a:pt x="107" y="64"/>
                    <a:pt x="107" y="66"/>
                  </a:cubicBezTo>
                  <a:cubicBezTo>
                    <a:pt x="115" y="71"/>
                    <a:pt x="115" y="71"/>
                    <a:pt x="115" y="71"/>
                  </a:cubicBezTo>
                  <a:cubicBezTo>
                    <a:pt x="118" y="73"/>
                    <a:pt x="119" y="76"/>
                    <a:pt x="118" y="79"/>
                  </a:cubicBezTo>
                  <a:cubicBezTo>
                    <a:pt x="106" y="100"/>
                    <a:pt x="106" y="100"/>
                    <a:pt x="106" y="100"/>
                  </a:cubicBezTo>
                  <a:cubicBezTo>
                    <a:pt x="105" y="101"/>
                    <a:pt x="104" y="102"/>
                    <a:pt x="102" y="103"/>
                  </a:cubicBezTo>
                  <a:cubicBezTo>
                    <a:pt x="100" y="103"/>
                    <a:pt x="99" y="103"/>
                    <a:pt x="97" y="102"/>
                  </a:cubicBezTo>
                  <a:cubicBezTo>
                    <a:pt x="89" y="97"/>
                    <a:pt x="89" y="97"/>
                    <a:pt x="89" y="97"/>
                  </a:cubicBezTo>
                  <a:cubicBezTo>
                    <a:pt x="86" y="100"/>
                    <a:pt x="82" y="102"/>
                    <a:pt x="78" y="10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7"/>
                    <a:pt x="76" y="120"/>
                    <a:pt x="72" y="120"/>
                  </a:cubicBezTo>
                  <a:close/>
                  <a:moveTo>
                    <a:pt x="54" y="108"/>
                  </a:moveTo>
                  <a:cubicBezTo>
                    <a:pt x="66" y="108"/>
                    <a:pt x="66" y="108"/>
                    <a:pt x="66" y="108"/>
                  </a:cubicBezTo>
                  <a:cubicBezTo>
                    <a:pt x="66" y="100"/>
                    <a:pt x="66" y="100"/>
                    <a:pt x="66" y="100"/>
                  </a:cubicBezTo>
                  <a:cubicBezTo>
                    <a:pt x="66" y="97"/>
                    <a:pt x="68" y="95"/>
                    <a:pt x="71" y="94"/>
                  </a:cubicBezTo>
                  <a:cubicBezTo>
                    <a:pt x="76" y="92"/>
                    <a:pt x="81" y="90"/>
                    <a:pt x="85" y="86"/>
                  </a:cubicBezTo>
                  <a:cubicBezTo>
                    <a:pt x="87" y="84"/>
                    <a:pt x="89" y="83"/>
                    <a:pt x="92" y="85"/>
                  </a:cubicBezTo>
                  <a:cubicBezTo>
                    <a:pt x="98" y="89"/>
                    <a:pt x="98" y="89"/>
                    <a:pt x="98" y="89"/>
                  </a:cubicBezTo>
                  <a:cubicBezTo>
                    <a:pt x="104" y="78"/>
                    <a:pt x="104" y="78"/>
                    <a:pt x="104" y="78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95" y="73"/>
                    <a:pt x="94" y="70"/>
                    <a:pt x="95" y="68"/>
                  </a:cubicBezTo>
                  <a:cubicBezTo>
                    <a:pt x="95" y="65"/>
                    <a:pt x="95" y="62"/>
                    <a:pt x="95" y="60"/>
                  </a:cubicBezTo>
                  <a:cubicBezTo>
                    <a:pt x="95" y="57"/>
                    <a:pt x="95" y="54"/>
                    <a:pt x="94" y="51"/>
                  </a:cubicBezTo>
                  <a:cubicBezTo>
                    <a:pt x="94" y="49"/>
                    <a:pt x="95" y="46"/>
                    <a:pt x="97" y="45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98" y="30"/>
                    <a:pt x="98" y="30"/>
                    <a:pt x="98" y="30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6"/>
                    <a:pt x="87" y="35"/>
                    <a:pt x="85" y="33"/>
                  </a:cubicBezTo>
                  <a:cubicBezTo>
                    <a:pt x="81" y="30"/>
                    <a:pt x="76" y="27"/>
                    <a:pt x="70" y="25"/>
                  </a:cubicBezTo>
                  <a:cubicBezTo>
                    <a:pt x="68" y="24"/>
                    <a:pt x="66" y="22"/>
                    <a:pt x="66" y="19"/>
                  </a:cubicBezTo>
                  <a:cubicBezTo>
                    <a:pt x="66" y="12"/>
                    <a:pt x="66" y="12"/>
                    <a:pt x="66" y="12"/>
                  </a:cubicBezTo>
                  <a:cubicBezTo>
                    <a:pt x="54" y="12"/>
                    <a:pt x="54" y="12"/>
                    <a:pt x="54" y="12"/>
                  </a:cubicBezTo>
                  <a:cubicBezTo>
                    <a:pt x="54" y="19"/>
                    <a:pt x="54" y="19"/>
                    <a:pt x="54" y="19"/>
                  </a:cubicBezTo>
                  <a:cubicBezTo>
                    <a:pt x="54" y="22"/>
                    <a:pt x="53" y="24"/>
                    <a:pt x="50" y="25"/>
                  </a:cubicBezTo>
                  <a:cubicBezTo>
                    <a:pt x="44" y="27"/>
                    <a:pt x="39" y="30"/>
                    <a:pt x="35" y="33"/>
                  </a:cubicBezTo>
                  <a:cubicBezTo>
                    <a:pt x="33" y="35"/>
                    <a:pt x="30" y="36"/>
                    <a:pt x="28" y="34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4" y="46"/>
                    <a:pt x="25" y="49"/>
                    <a:pt x="25" y="51"/>
                  </a:cubicBezTo>
                  <a:cubicBezTo>
                    <a:pt x="24" y="54"/>
                    <a:pt x="23" y="57"/>
                    <a:pt x="23" y="60"/>
                  </a:cubicBezTo>
                  <a:cubicBezTo>
                    <a:pt x="23" y="62"/>
                    <a:pt x="24" y="65"/>
                    <a:pt x="24" y="68"/>
                  </a:cubicBezTo>
                  <a:cubicBezTo>
                    <a:pt x="25" y="70"/>
                    <a:pt x="24" y="73"/>
                    <a:pt x="22" y="74"/>
                  </a:cubicBezTo>
                  <a:cubicBezTo>
                    <a:pt x="15" y="78"/>
                    <a:pt x="15" y="78"/>
                    <a:pt x="15" y="78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8" y="85"/>
                    <a:pt x="28" y="85"/>
                    <a:pt x="28" y="85"/>
                  </a:cubicBezTo>
                  <a:cubicBezTo>
                    <a:pt x="30" y="84"/>
                    <a:pt x="33" y="84"/>
                    <a:pt x="35" y="86"/>
                  </a:cubicBezTo>
                  <a:cubicBezTo>
                    <a:pt x="39" y="89"/>
                    <a:pt x="44" y="92"/>
                    <a:pt x="50" y="94"/>
                  </a:cubicBezTo>
                  <a:cubicBezTo>
                    <a:pt x="53" y="95"/>
                    <a:pt x="54" y="97"/>
                    <a:pt x="54" y="100"/>
                  </a:cubicBezTo>
                  <a:lnTo>
                    <a:pt x="54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49" name="Freeform 74">
              <a:extLst>
                <a:ext uri="{FF2B5EF4-FFF2-40B4-BE49-F238E27FC236}">
                  <a16:creationId xmlns:a16="http://schemas.microsoft.com/office/drawing/2014/main" id="{D0E469F3-B678-D945-AFB3-6BFFD229CA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76" y="2095"/>
              <a:ext cx="330" cy="198"/>
            </a:xfrm>
            <a:custGeom>
              <a:avLst/>
              <a:gdLst>
                <a:gd name="T0" fmla="*/ 210 w 216"/>
                <a:gd name="T1" fmla="*/ 132 h 132"/>
                <a:gd name="T2" fmla="*/ 6 w 216"/>
                <a:gd name="T3" fmla="*/ 132 h 132"/>
                <a:gd name="T4" fmla="*/ 0 w 216"/>
                <a:gd name="T5" fmla="*/ 126 h 132"/>
                <a:gd name="T6" fmla="*/ 0 w 216"/>
                <a:gd name="T7" fmla="*/ 6 h 132"/>
                <a:gd name="T8" fmla="*/ 6 w 216"/>
                <a:gd name="T9" fmla="*/ 0 h 132"/>
                <a:gd name="T10" fmla="*/ 210 w 216"/>
                <a:gd name="T11" fmla="*/ 0 h 132"/>
                <a:gd name="T12" fmla="*/ 216 w 216"/>
                <a:gd name="T13" fmla="*/ 6 h 132"/>
                <a:gd name="T14" fmla="*/ 216 w 216"/>
                <a:gd name="T15" fmla="*/ 126 h 132"/>
                <a:gd name="T16" fmla="*/ 210 w 216"/>
                <a:gd name="T17" fmla="*/ 132 h 132"/>
                <a:gd name="T18" fmla="*/ 12 w 216"/>
                <a:gd name="T19" fmla="*/ 120 h 132"/>
                <a:gd name="T20" fmla="*/ 204 w 216"/>
                <a:gd name="T21" fmla="*/ 120 h 132"/>
                <a:gd name="T22" fmla="*/ 204 w 216"/>
                <a:gd name="T23" fmla="*/ 12 h 132"/>
                <a:gd name="T24" fmla="*/ 12 w 216"/>
                <a:gd name="T25" fmla="*/ 12 h 132"/>
                <a:gd name="T26" fmla="*/ 12 w 216"/>
                <a:gd name="T27" fmla="*/ 12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6" h="132">
                  <a:moveTo>
                    <a:pt x="210" y="132"/>
                  </a:moveTo>
                  <a:cubicBezTo>
                    <a:pt x="6" y="132"/>
                    <a:pt x="6" y="132"/>
                    <a:pt x="6" y="132"/>
                  </a:cubicBezTo>
                  <a:cubicBezTo>
                    <a:pt x="3" y="132"/>
                    <a:pt x="0" y="129"/>
                    <a:pt x="0" y="12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10" y="0"/>
                    <a:pt x="210" y="0"/>
                    <a:pt x="210" y="0"/>
                  </a:cubicBezTo>
                  <a:cubicBezTo>
                    <a:pt x="214" y="0"/>
                    <a:pt x="216" y="2"/>
                    <a:pt x="216" y="6"/>
                  </a:cubicBezTo>
                  <a:cubicBezTo>
                    <a:pt x="216" y="126"/>
                    <a:pt x="216" y="126"/>
                    <a:pt x="216" y="126"/>
                  </a:cubicBezTo>
                  <a:cubicBezTo>
                    <a:pt x="216" y="129"/>
                    <a:pt x="214" y="132"/>
                    <a:pt x="210" y="132"/>
                  </a:cubicBezTo>
                  <a:close/>
                  <a:moveTo>
                    <a:pt x="12" y="120"/>
                  </a:moveTo>
                  <a:cubicBezTo>
                    <a:pt x="204" y="120"/>
                    <a:pt x="204" y="120"/>
                    <a:pt x="204" y="120"/>
                  </a:cubicBezTo>
                  <a:cubicBezTo>
                    <a:pt x="204" y="12"/>
                    <a:pt x="204" y="12"/>
                    <a:pt x="204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0" name="Freeform 75">
              <a:extLst>
                <a:ext uri="{FF2B5EF4-FFF2-40B4-BE49-F238E27FC236}">
                  <a16:creationId xmlns:a16="http://schemas.microsoft.com/office/drawing/2014/main" id="{B77FEEF7-7A7C-6643-BD56-5BEB58280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6" y="2049"/>
              <a:ext cx="330" cy="64"/>
            </a:xfrm>
            <a:custGeom>
              <a:avLst/>
              <a:gdLst>
                <a:gd name="T0" fmla="*/ 210 w 216"/>
                <a:gd name="T1" fmla="*/ 43 h 43"/>
                <a:gd name="T2" fmla="*/ 6 w 216"/>
                <a:gd name="T3" fmla="*/ 43 h 43"/>
                <a:gd name="T4" fmla="*/ 1 w 216"/>
                <a:gd name="T5" fmla="*/ 40 h 43"/>
                <a:gd name="T6" fmla="*/ 1 w 216"/>
                <a:gd name="T7" fmla="*/ 35 h 43"/>
                <a:gd name="T8" fmla="*/ 11 w 216"/>
                <a:gd name="T9" fmla="*/ 5 h 43"/>
                <a:gd name="T10" fmla="*/ 18 w 216"/>
                <a:gd name="T11" fmla="*/ 1 h 43"/>
                <a:gd name="T12" fmla="*/ 22 w 216"/>
                <a:gd name="T13" fmla="*/ 8 h 43"/>
                <a:gd name="T14" fmla="*/ 15 w 216"/>
                <a:gd name="T15" fmla="*/ 31 h 43"/>
                <a:gd name="T16" fmla="*/ 210 w 216"/>
                <a:gd name="T17" fmla="*/ 31 h 43"/>
                <a:gd name="T18" fmla="*/ 216 w 216"/>
                <a:gd name="T19" fmla="*/ 37 h 43"/>
                <a:gd name="T20" fmla="*/ 210 w 216"/>
                <a:gd name="T21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6" h="43">
                  <a:moveTo>
                    <a:pt x="210" y="43"/>
                  </a:moveTo>
                  <a:cubicBezTo>
                    <a:pt x="6" y="43"/>
                    <a:pt x="6" y="43"/>
                    <a:pt x="6" y="43"/>
                  </a:cubicBezTo>
                  <a:cubicBezTo>
                    <a:pt x="4" y="43"/>
                    <a:pt x="3" y="42"/>
                    <a:pt x="1" y="40"/>
                  </a:cubicBezTo>
                  <a:cubicBezTo>
                    <a:pt x="0" y="38"/>
                    <a:pt x="0" y="36"/>
                    <a:pt x="1" y="3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2" y="2"/>
                    <a:pt x="15" y="0"/>
                    <a:pt x="18" y="1"/>
                  </a:cubicBezTo>
                  <a:cubicBezTo>
                    <a:pt x="21" y="2"/>
                    <a:pt x="23" y="5"/>
                    <a:pt x="22" y="8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210" y="31"/>
                    <a:pt x="210" y="31"/>
                    <a:pt x="210" y="31"/>
                  </a:cubicBezTo>
                  <a:cubicBezTo>
                    <a:pt x="214" y="31"/>
                    <a:pt x="216" y="33"/>
                    <a:pt x="216" y="37"/>
                  </a:cubicBezTo>
                  <a:cubicBezTo>
                    <a:pt x="216" y="40"/>
                    <a:pt x="214" y="43"/>
                    <a:pt x="210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1" name="Freeform 76">
              <a:extLst>
                <a:ext uri="{FF2B5EF4-FFF2-40B4-BE49-F238E27FC236}">
                  <a16:creationId xmlns:a16="http://schemas.microsoft.com/office/drawing/2014/main" id="{3B035025-AC90-7E49-BF74-FB46A87DC5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7" y="1988"/>
              <a:ext cx="72" cy="18"/>
            </a:xfrm>
            <a:custGeom>
              <a:avLst/>
              <a:gdLst>
                <a:gd name="T0" fmla="*/ 41 w 47"/>
                <a:gd name="T1" fmla="*/ 12 h 12"/>
                <a:gd name="T2" fmla="*/ 6 w 47"/>
                <a:gd name="T3" fmla="*/ 12 h 12"/>
                <a:gd name="T4" fmla="*/ 0 w 47"/>
                <a:gd name="T5" fmla="*/ 6 h 12"/>
                <a:gd name="T6" fmla="*/ 6 w 47"/>
                <a:gd name="T7" fmla="*/ 0 h 12"/>
                <a:gd name="T8" fmla="*/ 41 w 47"/>
                <a:gd name="T9" fmla="*/ 0 h 12"/>
                <a:gd name="T10" fmla="*/ 47 w 47"/>
                <a:gd name="T11" fmla="*/ 6 h 12"/>
                <a:gd name="T12" fmla="*/ 41 w 47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12">
                  <a:moveTo>
                    <a:pt x="41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5" y="0"/>
                    <a:pt x="47" y="2"/>
                    <a:pt x="47" y="6"/>
                  </a:cubicBezTo>
                  <a:cubicBezTo>
                    <a:pt x="47" y="9"/>
                    <a:pt x="45" y="12"/>
                    <a:pt x="41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2" name="Freeform 77">
              <a:extLst>
                <a:ext uri="{FF2B5EF4-FFF2-40B4-BE49-F238E27FC236}">
                  <a16:creationId xmlns:a16="http://schemas.microsoft.com/office/drawing/2014/main" id="{4B9EEDFD-B5F6-5942-AA55-8425057F8DD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6" y="1995"/>
              <a:ext cx="78" cy="77"/>
            </a:xfrm>
            <a:custGeom>
              <a:avLst/>
              <a:gdLst>
                <a:gd name="T0" fmla="*/ 44 w 51"/>
                <a:gd name="T1" fmla="*/ 51 h 51"/>
                <a:gd name="T2" fmla="*/ 40 w 51"/>
                <a:gd name="T3" fmla="*/ 49 h 51"/>
                <a:gd name="T4" fmla="*/ 2 w 51"/>
                <a:gd name="T5" fmla="*/ 11 h 51"/>
                <a:gd name="T6" fmla="*/ 2 w 51"/>
                <a:gd name="T7" fmla="*/ 2 h 51"/>
                <a:gd name="T8" fmla="*/ 11 w 51"/>
                <a:gd name="T9" fmla="*/ 2 h 51"/>
                <a:gd name="T10" fmla="*/ 48 w 51"/>
                <a:gd name="T11" fmla="*/ 40 h 51"/>
                <a:gd name="T12" fmla="*/ 48 w 51"/>
                <a:gd name="T13" fmla="*/ 49 h 51"/>
                <a:gd name="T14" fmla="*/ 44 w 51"/>
                <a:gd name="T1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1" h="51">
                  <a:moveTo>
                    <a:pt x="44" y="51"/>
                  </a:moveTo>
                  <a:cubicBezTo>
                    <a:pt x="43" y="51"/>
                    <a:pt x="41" y="50"/>
                    <a:pt x="40" y="49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9"/>
                    <a:pt x="0" y="5"/>
                    <a:pt x="2" y="2"/>
                  </a:cubicBezTo>
                  <a:cubicBezTo>
                    <a:pt x="4" y="0"/>
                    <a:pt x="8" y="0"/>
                    <a:pt x="11" y="2"/>
                  </a:cubicBezTo>
                  <a:cubicBezTo>
                    <a:pt x="48" y="40"/>
                    <a:pt x="48" y="40"/>
                    <a:pt x="48" y="40"/>
                  </a:cubicBezTo>
                  <a:cubicBezTo>
                    <a:pt x="51" y="43"/>
                    <a:pt x="51" y="47"/>
                    <a:pt x="48" y="49"/>
                  </a:cubicBezTo>
                  <a:cubicBezTo>
                    <a:pt x="47" y="50"/>
                    <a:pt x="46" y="51"/>
                    <a:pt x="4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3" name="Freeform 78">
              <a:extLst>
                <a:ext uri="{FF2B5EF4-FFF2-40B4-BE49-F238E27FC236}">
                  <a16:creationId xmlns:a16="http://schemas.microsoft.com/office/drawing/2014/main" id="{8B50B4AE-2180-ED47-B4DC-A8F6FCB2FD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21" y="1874"/>
              <a:ext cx="165" cy="162"/>
            </a:xfrm>
            <a:custGeom>
              <a:avLst/>
              <a:gdLst>
                <a:gd name="T0" fmla="*/ 54 w 108"/>
                <a:gd name="T1" fmla="*/ 108 h 108"/>
                <a:gd name="T2" fmla="*/ 0 w 108"/>
                <a:gd name="T3" fmla="*/ 54 h 108"/>
                <a:gd name="T4" fmla="*/ 54 w 108"/>
                <a:gd name="T5" fmla="*/ 0 h 108"/>
                <a:gd name="T6" fmla="*/ 108 w 108"/>
                <a:gd name="T7" fmla="*/ 54 h 108"/>
                <a:gd name="T8" fmla="*/ 54 w 108"/>
                <a:gd name="T9" fmla="*/ 108 h 108"/>
                <a:gd name="T10" fmla="*/ 54 w 108"/>
                <a:gd name="T11" fmla="*/ 12 h 108"/>
                <a:gd name="T12" fmla="*/ 12 w 108"/>
                <a:gd name="T13" fmla="*/ 54 h 108"/>
                <a:gd name="T14" fmla="*/ 54 w 108"/>
                <a:gd name="T15" fmla="*/ 96 h 108"/>
                <a:gd name="T16" fmla="*/ 96 w 108"/>
                <a:gd name="T17" fmla="*/ 54 h 108"/>
                <a:gd name="T18" fmla="*/ 54 w 108"/>
                <a:gd name="T19" fmla="*/ 12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108">
                  <a:moveTo>
                    <a:pt x="54" y="108"/>
                  </a:moveTo>
                  <a:cubicBezTo>
                    <a:pt x="25" y="108"/>
                    <a:pt x="0" y="84"/>
                    <a:pt x="0" y="54"/>
                  </a:cubicBezTo>
                  <a:cubicBezTo>
                    <a:pt x="0" y="24"/>
                    <a:pt x="25" y="0"/>
                    <a:pt x="54" y="0"/>
                  </a:cubicBezTo>
                  <a:cubicBezTo>
                    <a:pt x="84" y="0"/>
                    <a:pt x="108" y="24"/>
                    <a:pt x="108" y="54"/>
                  </a:cubicBezTo>
                  <a:cubicBezTo>
                    <a:pt x="108" y="84"/>
                    <a:pt x="84" y="108"/>
                    <a:pt x="54" y="108"/>
                  </a:cubicBezTo>
                  <a:close/>
                  <a:moveTo>
                    <a:pt x="54" y="12"/>
                  </a:moveTo>
                  <a:cubicBezTo>
                    <a:pt x="31" y="12"/>
                    <a:pt x="12" y="31"/>
                    <a:pt x="12" y="54"/>
                  </a:cubicBezTo>
                  <a:cubicBezTo>
                    <a:pt x="12" y="77"/>
                    <a:pt x="31" y="96"/>
                    <a:pt x="54" y="96"/>
                  </a:cubicBezTo>
                  <a:cubicBezTo>
                    <a:pt x="78" y="96"/>
                    <a:pt x="96" y="77"/>
                    <a:pt x="96" y="54"/>
                  </a:cubicBezTo>
                  <a:cubicBezTo>
                    <a:pt x="96" y="31"/>
                    <a:pt x="78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4" name="Freeform 79">
              <a:extLst>
                <a:ext uri="{FF2B5EF4-FFF2-40B4-BE49-F238E27FC236}">
                  <a16:creationId xmlns:a16="http://schemas.microsoft.com/office/drawing/2014/main" id="{3D3213DB-D615-0D43-8639-180B31371C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41" y="2203"/>
              <a:ext cx="128" cy="54"/>
            </a:xfrm>
            <a:custGeom>
              <a:avLst/>
              <a:gdLst>
                <a:gd name="T0" fmla="*/ 78 w 84"/>
                <a:gd name="T1" fmla="*/ 36 h 36"/>
                <a:gd name="T2" fmla="*/ 6 w 84"/>
                <a:gd name="T3" fmla="*/ 36 h 36"/>
                <a:gd name="T4" fmla="*/ 0 w 84"/>
                <a:gd name="T5" fmla="*/ 30 h 36"/>
                <a:gd name="T6" fmla="*/ 0 w 84"/>
                <a:gd name="T7" fmla="*/ 6 h 36"/>
                <a:gd name="T8" fmla="*/ 6 w 84"/>
                <a:gd name="T9" fmla="*/ 0 h 36"/>
                <a:gd name="T10" fmla="*/ 78 w 84"/>
                <a:gd name="T11" fmla="*/ 0 h 36"/>
                <a:gd name="T12" fmla="*/ 84 w 84"/>
                <a:gd name="T13" fmla="*/ 6 h 36"/>
                <a:gd name="T14" fmla="*/ 84 w 84"/>
                <a:gd name="T15" fmla="*/ 30 h 36"/>
                <a:gd name="T16" fmla="*/ 78 w 84"/>
                <a:gd name="T17" fmla="*/ 36 h 36"/>
                <a:gd name="T18" fmla="*/ 12 w 84"/>
                <a:gd name="T19" fmla="*/ 24 h 36"/>
                <a:gd name="T20" fmla="*/ 72 w 84"/>
                <a:gd name="T21" fmla="*/ 24 h 36"/>
                <a:gd name="T22" fmla="*/ 72 w 84"/>
                <a:gd name="T23" fmla="*/ 12 h 36"/>
                <a:gd name="T24" fmla="*/ 12 w 84"/>
                <a:gd name="T25" fmla="*/ 12 h 36"/>
                <a:gd name="T26" fmla="*/ 12 w 84"/>
                <a:gd name="T27" fmla="*/ 2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36">
                  <a:moveTo>
                    <a:pt x="78" y="36"/>
                  </a:moveTo>
                  <a:cubicBezTo>
                    <a:pt x="6" y="36"/>
                    <a:pt x="6" y="36"/>
                    <a:pt x="6" y="36"/>
                  </a:cubicBezTo>
                  <a:cubicBezTo>
                    <a:pt x="3" y="36"/>
                    <a:pt x="0" y="33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2" y="0"/>
                    <a:pt x="84" y="2"/>
                    <a:pt x="84" y="6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4" y="33"/>
                    <a:pt x="82" y="36"/>
                    <a:pt x="78" y="36"/>
                  </a:cubicBezTo>
                  <a:close/>
                  <a:moveTo>
                    <a:pt x="12" y="24"/>
                  </a:moveTo>
                  <a:cubicBezTo>
                    <a:pt x="72" y="24"/>
                    <a:pt x="72" y="24"/>
                    <a:pt x="72" y="24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55" name="Group 83">
            <a:extLst>
              <a:ext uri="{FF2B5EF4-FFF2-40B4-BE49-F238E27FC236}">
                <a16:creationId xmlns:a16="http://schemas.microsoft.com/office/drawing/2014/main" id="{55833B4A-F17D-B241-A9BA-CAA65D15AF3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862737" y="4307059"/>
            <a:ext cx="513716" cy="502040"/>
            <a:chOff x="2584" y="1926"/>
            <a:chExt cx="440" cy="430"/>
          </a:xfrm>
          <a:solidFill>
            <a:schemeClr val="accent1"/>
          </a:solidFill>
        </p:grpSpPr>
        <p:sp>
          <p:nvSpPr>
            <p:cNvPr id="256" name="Freeform 84">
              <a:extLst>
                <a:ext uri="{FF2B5EF4-FFF2-40B4-BE49-F238E27FC236}">
                  <a16:creationId xmlns:a16="http://schemas.microsoft.com/office/drawing/2014/main" id="{62D09E4A-E7E8-5A4A-85DE-1B4599C0D0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9" y="2033"/>
              <a:ext cx="165" cy="162"/>
            </a:xfrm>
            <a:custGeom>
              <a:avLst/>
              <a:gdLst>
                <a:gd name="T0" fmla="*/ 54 w 108"/>
                <a:gd name="T1" fmla="*/ 108 h 108"/>
                <a:gd name="T2" fmla="*/ 0 w 108"/>
                <a:gd name="T3" fmla="*/ 54 h 108"/>
                <a:gd name="T4" fmla="*/ 54 w 108"/>
                <a:gd name="T5" fmla="*/ 0 h 108"/>
                <a:gd name="T6" fmla="*/ 108 w 108"/>
                <a:gd name="T7" fmla="*/ 54 h 108"/>
                <a:gd name="T8" fmla="*/ 54 w 108"/>
                <a:gd name="T9" fmla="*/ 108 h 108"/>
                <a:gd name="T10" fmla="*/ 54 w 108"/>
                <a:gd name="T11" fmla="*/ 12 h 108"/>
                <a:gd name="T12" fmla="*/ 12 w 108"/>
                <a:gd name="T13" fmla="*/ 54 h 108"/>
                <a:gd name="T14" fmla="*/ 54 w 108"/>
                <a:gd name="T15" fmla="*/ 96 h 108"/>
                <a:gd name="T16" fmla="*/ 96 w 108"/>
                <a:gd name="T17" fmla="*/ 54 h 108"/>
                <a:gd name="T18" fmla="*/ 54 w 108"/>
                <a:gd name="T19" fmla="*/ 12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108">
                  <a:moveTo>
                    <a:pt x="54" y="108"/>
                  </a:moveTo>
                  <a:cubicBezTo>
                    <a:pt x="24" y="108"/>
                    <a:pt x="0" y="84"/>
                    <a:pt x="0" y="54"/>
                  </a:cubicBezTo>
                  <a:cubicBezTo>
                    <a:pt x="0" y="24"/>
                    <a:pt x="24" y="0"/>
                    <a:pt x="54" y="0"/>
                  </a:cubicBezTo>
                  <a:cubicBezTo>
                    <a:pt x="84" y="0"/>
                    <a:pt x="108" y="24"/>
                    <a:pt x="108" y="54"/>
                  </a:cubicBezTo>
                  <a:cubicBezTo>
                    <a:pt x="108" y="84"/>
                    <a:pt x="84" y="108"/>
                    <a:pt x="54" y="108"/>
                  </a:cubicBezTo>
                  <a:close/>
                  <a:moveTo>
                    <a:pt x="54" y="12"/>
                  </a:moveTo>
                  <a:cubicBezTo>
                    <a:pt x="31" y="12"/>
                    <a:pt x="12" y="31"/>
                    <a:pt x="12" y="54"/>
                  </a:cubicBezTo>
                  <a:cubicBezTo>
                    <a:pt x="12" y="77"/>
                    <a:pt x="31" y="96"/>
                    <a:pt x="54" y="96"/>
                  </a:cubicBezTo>
                  <a:cubicBezTo>
                    <a:pt x="77" y="96"/>
                    <a:pt x="96" y="77"/>
                    <a:pt x="96" y="54"/>
                  </a:cubicBezTo>
                  <a:cubicBezTo>
                    <a:pt x="96" y="31"/>
                    <a:pt x="77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7" name="Freeform 85">
              <a:extLst>
                <a:ext uri="{FF2B5EF4-FFF2-40B4-BE49-F238E27FC236}">
                  <a16:creationId xmlns:a16="http://schemas.microsoft.com/office/drawing/2014/main" id="{B59559F8-B7D8-E64A-9FF8-99BE86B671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84" y="1989"/>
              <a:ext cx="73" cy="71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8"/>
                    <a:pt x="12" y="24"/>
                  </a:cubicBezTo>
                  <a:cubicBezTo>
                    <a:pt x="12" y="31"/>
                    <a:pt x="17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8" name="Freeform 86">
              <a:extLst>
                <a:ext uri="{FF2B5EF4-FFF2-40B4-BE49-F238E27FC236}">
                  <a16:creationId xmlns:a16="http://schemas.microsoft.com/office/drawing/2014/main" id="{CB47EC8D-F2B8-9F4C-B06A-5E3E2F46DB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51" y="1926"/>
              <a:ext cx="73" cy="72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8"/>
                    <a:pt x="12" y="24"/>
                  </a:cubicBezTo>
                  <a:cubicBezTo>
                    <a:pt x="12" y="31"/>
                    <a:pt x="17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9" name="Freeform 87">
              <a:extLst>
                <a:ext uri="{FF2B5EF4-FFF2-40B4-BE49-F238E27FC236}">
                  <a16:creationId xmlns:a16="http://schemas.microsoft.com/office/drawing/2014/main" id="{DFF5E73F-F4A1-184B-8EF1-E99450FD40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84" y="2284"/>
              <a:ext cx="73" cy="72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8"/>
                    <a:pt x="12" y="24"/>
                  </a:cubicBezTo>
                  <a:cubicBezTo>
                    <a:pt x="12" y="31"/>
                    <a:pt x="17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0" name="Freeform 88">
              <a:extLst>
                <a:ext uri="{FF2B5EF4-FFF2-40B4-BE49-F238E27FC236}">
                  <a16:creationId xmlns:a16="http://schemas.microsoft.com/office/drawing/2014/main" id="{4315EC7A-FDF7-B047-92A8-C59FD41F2A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95" y="2284"/>
              <a:ext cx="73" cy="72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8"/>
                    <a:pt x="12" y="24"/>
                  </a:cubicBezTo>
                  <a:cubicBezTo>
                    <a:pt x="12" y="31"/>
                    <a:pt x="17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1" name="Freeform 89">
              <a:extLst>
                <a:ext uri="{FF2B5EF4-FFF2-40B4-BE49-F238E27FC236}">
                  <a16:creationId xmlns:a16="http://schemas.microsoft.com/office/drawing/2014/main" id="{5CFD3D7D-9ADA-AA40-8FB5-1D7E3F9685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4" y="2159"/>
              <a:ext cx="152" cy="149"/>
            </a:xfrm>
            <a:custGeom>
              <a:avLst/>
              <a:gdLst>
                <a:gd name="T0" fmla="*/ 12 w 152"/>
                <a:gd name="T1" fmla="*/ 149 h 149"/>
                <a:gd name="T2" fmla="*/ 0 w 152"/>
                <a:gd name="T3" fmla="*/ 136 h 149"/>
                <a:gd name="T4" fmla="*/ 139 w 152"/>
                <a:gd name="T5" fmla="*/ 0 h 149"/>
                <a:gd name="T6" fmla="*/ 152 w 152"/>
                <a:gd name="T7" fmla="*/ 13 h 149"/>
                <a:gd name="T8" fmla="*/ 12 w 152"/>
                <a:gd name="T9" fmla="*/ 14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" h="149">
                  <a:moveTo>
                    <a:pt x="12" y="149"/>
                  </a:moveTo>
                  <a:lnTo>
                    <a:pt x="0" y="136"/>
                  </a:lnTo>
                  <a:lnTo>
                    <a:pt x="139" y="0"/>
                  </a:lnTo>
                  <a:lnTo>
                    <a:pt x="152" y="13"/>
                  </a:lnTo>
                  <a:lnTo>
                    <a:pt x="12" y="1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2" name="Freeform 90">
              <a:extLst>
                <a:ext uri="{FF2B5EF4-FFF2-40B4-BE49-F238E27FC236}">
                  <a16:creationId xmlns:a16="http://schemas.microsoft.com/office/drawing/2014/main" id="{BC3144C7-6411-9D4D-B367-CCFF229DB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7" y="1975"/>
              <a:ext cx="98" cy="96"/>
            </a:xfrm>
            <a:custGeom>
              <a:avLst/>
              <a:gdLst>
                <a:gd name="T0" fmla="*/ 13 w 98"/>
                <a:gd name="T1" fmla="*/ 96 h 96"/>
                <a:gd name="T2" fmla="*/ 0 w 98"/>
                <a:gd name="T3" fmla="*/ 82 h 96"/>
                <a:gd name="T4" fmla="*/ 84 w 98"/>
                <a:gd name="T5" fmla="*/ 0 h 96"/>
                <a:gd name="T6" fmla="*/ 98 w 98"/>
                <a:gd name="T7" fmla="*/ 12 h 96"/>
                <a:gd name="T8" fmla="*/ 13 w 98"/>
                <a:gd name="T9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96">
                  <a:moveTo>
                    <a:pt x="13" y="96"/>
                  </a:moveTo>
                  <a:lnTo>
                    <a:pt x="0" y="82"/>
                  </a:lnTo>
                  <a:lnTo>
                    <a:pt x="84" y="0"/>
                  </a:lnTo>
                  <a:lnTo>
                    <a:pt x="98" y="12"/>
                  </a:lnTo>
                  <a:lnTo>
                    <a:pt x="13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3" name="Freeform 91">
              <a:extLst>
                <a:ext uri="{FF2B5EF4-FFF2-40B4-BE49-F238E27FC236}">
                  <a16:creationId xmlns:a16="http://schemas.microsoft.com/office/drawing/2014/main" id="{6E2C42D8-3319-674B-8133-E01915A2D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2" y="2029"/>
              <a:ext cx="125" cy="66"/>
            </a:xfrm>
            <a:custGeom>
              <a:avLst/>
              <a:gdLst>
                <a:gd name="T0" fmla="*/ 119 w 125"/>
                <a:gd name="T1" fmla="*/ 66 h 66"/>
                <a:gd name="T2" fmla="*/ 0 w 125"/>
                <a:gd name="T3" fmla="*/ 16 h 66"/>
                <a:gd name="T4" fmla="*/ 7 w 125"/>
                <a:gd name="T5" fmla="*/ 0 h 66"/>
                <a:gd name="T6" fmla="*/ 125 w 125"/>
                <a:gd name="T7" fmla="*/ 49 h 66"/>
                <a:gd name="T8" fmla="*/ 119 w 125"/>
                <a:gd name="T9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66">
                  <a:moveTo>
                    <a:pt x="119" y="66"/>
                  </a:moveTo>
                  <a:lnTo>
                    <a:pt x="0" y="16"/>
                  </a:lnTo>
                  <a:lnTo>
                    <a:pt x="7" y="0"/>
                  </a:lnTo>
                  <a:lnTo>
                    <a:pt x="125" y="49"/>
                  </a:lnTo>
                  <a:lnTo>
                    <a:pt x="119" y="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4" name="Freeform 92">
              <a:extLst>
                <a:ext uri="{FF2B5EF4-FFF2-40B4-BE49-F238E27FC236}">
                  <a16:creationId xmlns:a16="http://schemas.microsoft.com/office/drawing/2014/main" id="{8081C512-E672-CD44-BBE3-358BA6E0D1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1" y="2142"/>
              <a:ext cx="74" cy="44"/>
            </a:xfrm>
            <a:custGeom>
              <a:avLst/>
              <a:gdLst>
                <a:gd name="T0" fmla="*/ 66 w 74"/>
                <a:gd name="T1" fmla="*/ 44 h 44"/>
                <a:gd name="T2" fmla="*/ 0 w 74"/>
                <a:gd name="T3" fmla="*/ 17 h 44"/>
                <a:gd name="T4" fmla="*/ 8 w 74"/>
                <a:gd name="T5" fmla="*/ 0 h 44"/>
                <a:gd name="T6" fmla="*/ 74 w 74"/>
                <a:gd name="T7" fmla="*/ 27 h 44"/>
                <a:gd name="T8" fmla="*/ 66 w 74"/>
                <a:gd name="T9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44">
                  <a:moveTo>
                    <a:pt x="66" y="44"/>
                  </a:moveTo>
                  <a:lnTo>
                    <a:pt x="0" y="17"/>
                  </a:lnTo>
                  <a:lnTo>
                    <a:pt x="8" y="0"/>
                  </a:lnTo>
                  <a:lnTo>
                    <a:pt x="74" y="27"/>
                  </a:lnTo>
                  <a:lnTo>
                    <a:pt x="66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5" name="Rectangle 93">
              <a:extLst>
                <a:ext uri="{FF2B5EF4-FFF2-40B4-BE49-F238E27FC236}">
                  <a16:creationId xmlns:a16="http://schemas.microsoft.com/office/drawing/2014/main" id="{55AC4F32-9438-A14E-8D3B-30633B195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2" y="2186"/>
              <a:ext cx="19" cy="10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6" name="Freeform 94">
              <a:extLst>
                <a:ext uri="{FF2B5EF4-FFF2-40B4-BE49-F238E27FC236}">
                  <a16:creationId xmlns:a16="http://schemas.microsoft.com/office/drawing/2014/main" id="{B353D0A6-EF38-0447-A7B3-679682F678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51" y="2150"/>
              <a:ext cx="73" cy="72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8"/>
                    <a:pt x="12" y="24"/>
                  </a:cubicBezTo>
                  <a:cubicBezTo>
                    <a:pt x="12" y="31"/>
                    <a:pt x="17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67" name="Group 59">
            <a:extLst>
              <a:ext uri="{FF2B5EF4-FFF2-40B4-BE49-F238E27FC236}">
                <a16:creationId xmlns:a16="http://schemas.microsoft.com/office/drawing/2014/main" id="{EF54C6A6-4BD1-DD43-B133-D4D226C9EE9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131257" y="4307059"/>
            <a:ext cx="493868" cy="502040"/>
            <a:chOff x="5696" y="644"/>
            <a:chExt cx="423" cy="430"/>
          </a:xfrm>
          <a:solidFill>
            <a:schemeClr val="accent1"/>
          </a:solidFill>
        </p:grpSpPr>
        <p:sp>
          <p:nvSpPr>
            <p:cNvPr id="268" name="Freeform 60">
              <a:extLst>
                <a:ext uri="{FF2B5EF4-FFF2-40B4-BE49-F238E27FC236}">
                  <a16:creationId xmlns:a16="http://schemas.microsoft.com/office/drawing/2014/main" id="{2DF46A1E-62FB-7842-A1DF-1D64EE7FCC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52" y="644"/>
              <a:ext cx="111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49" y="60"/>
                    <a:pt x="60" y="49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9" name="Freeform 61">
              <a:extLst>
                <a:ext uri="{FF2B5EF4-FFF2-40B4-BE49-F238E27FC236}">
                  <a16:creationId xmlns:a16="http://schemas.microsoft.com/office/drawing/2014/main" id="{BCA1753F-E6EB-1940-8BE6-7A70C8DF21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52" y="967"/>
              <a:ext cx="111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49" y="60"/>
                    <a:pt x="60" y="49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0" name="Freeform 62">
              <a:extLst>
                <a:ext uri="{FF2B5EF4-FFF2-40B4-BE49-F238E27FC236}">
                  <a16:creationId xmlns:a16="http://schemas.microsoft.com/office/drawing/2014/main" id="{FF51CD50-D176-8646-A186-FB4270CF1C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08" y="967"/>
              <a:ext cx="111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49" y="60"/>
                    <a:pt x="60" y="49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1" name="Freeform 63">
              <a:extLst>
                <a:ext uri="{FF2B5EF4-FFF2-40B4-BE49-F238E27FC236}">
                  <a16:creationId xmlns:a16="http://schemas.microsoft.com/office/drawing/2014/main" id="{1DC2FFD3-7641-234A-B73A-9039B77A4C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96" y="967"/>
              <a:ext cx="111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49" y="60"/>
                    <a:pt x="60" y="49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2" name="Rectangle 64">
              <a:extLst>
                <a:ext uri="{FF2B5EF4-FFF2-40B4-BE49-F238E27FC236}">
                  <a16:creationId xmlns:a16="http://schemas.microsoft.com/office/drawing/2014/main" id="{3900C2DB-FA6B-D741-97DE-59BAC7FFB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8" y="743"/>
              <a:ext cx="19" cy="2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3" name="Freeform 65">
              <a:extLst>
                <a:ext uri="{FF2B5EF4-FFF2-40B4-BE49-F238E27FC236}">
                  <a16:creationId xmlns:a16="http://schemas.microsoft.com/office/drawing/2014/main" id="{3C85F200-5885-C74D-8D1C-4D9CD9852A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2" y="859"/>
              <a:ext cx="331" cy="116"/>
            </a:xfrm>
            <a:custGeom>
              <a:avLst/>
              <a:gdLst>
                <a:gd name="T0" fmla="*/ 216 w 216"/>
                <a:gd name="T1" fmla="*/ 78 h 78"/>
                <a:gd name="T2" fmla="*/ 204 w 216"/>
                <a:gd name="T3" fmla="*/ 78 h 78"/>
                <a:gd name="T4" fmla="*/ 138 w 216"/>
                <a:gd name="T5" fmla="*/ 12 h 78"/>
                <a:gd name="T6" fmla="*/ 72 w 216"/>
                <a:gd name="T7" fmla="*/ 12 h 78"/>
                <a:gd name="T8" fmla="*/ 12 w 216"/>
                <a:gd name="T9" fmla="*/ 78 h 78"/>
                <a:gd name="T10" fmla="*/ 0 w 216"/>
                <a:gd name="T11" fmla="*/ 78 h 78"/>
                <a:gd name="T12" fmla="*/ 72 w 216"/>
                <a:gd name="T13" fmla="*/ 0 h 78"/>
                <a:gd name="T14" fmla="*/ 138 w 216"/>
                <a:gd name="T15" fmla="*/ 0 h 78"/>
                <a:gd name="T16" fmla="*/ 216 w 216"/>
                <a:gd name="T17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6" h="78">
                  <a:moveTo>
                    <a:pt x="216" y="78"/>
                  </a:moveTo>
                  <a:cubicBezTo>
                    <a:pt x="204" y="78"/>
                    <a:pt x="204" y="78"/>
                    <a:pt x="204" y="78"/>
                  </a:cubicBezTo>
                  <a:cubicBezTo>
                    <a:pt x="204" y="42"/>
                    <a:pt x="175" y="12"/>
                    <a:pt x="138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37" y="12"/>
                    <a:pt x="12" y="40"/>
                    <a:pt x="12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33"/>
                    <a:pt x="31" y="0"/>
                    <a:pt x="72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81" y="0"/>
                    <a:pt x="216" y="35"/>
                    <a:pt x="216" y="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74" name="Group 40">
            <a:extLst>
              <a:ext uri="{FF2B5EF4-FFF2-40B4-BE49-F238E27FC236}">
                <a16:creationId xmlns:a16="http://schemas.microsoft.com/office/drawing/2014/main" id="{AF2CB69D-CBB7-0741-B4F3-6F052ABCDA2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8413589" y="4350552"/>
            <a:ext cx="486806" cy="415054"/>
            <a:chOff x="4653" y="690"/>
            <a:chExt cx="441" cy="376"/>
          </a:xfrm>
          <a:solidFill>
            <a:schemeClr val="accent1"/>
          </a:solidFill>
        </p:grpSpPr>
        <p:sp>
          <p:nvSpPr>
            <p:cNvPr id="275" name="Freeform 41">
              <a:extLst>
                <a:ext uri="{FF2B5EF4-FFF2-40B4-BE49-F238E27FC236}">
                  <a16:creationId xmlns:a16="http://schemas.microsoft.com/office/drawing/2014/main" id="{FDCBE251-79E8-114A-B376-CEEF3221D2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53" y="815"/>
              <a:ext cx="110" cy="180"/>
            </a:xfrm>
            <a:custGeom>
              <a:avLst/>
              <a:gdLst>
                <a:gd name="T0" fmla="*/ 54 w 72"/>
                <a:gd name="T1" fmla="*/ 120 h 120"/>
                <a:gd name="T2" fmla="*/ 18 w 72"/>
                <a:gd name="T3" fmla="*/ 120 h 120"/>
                <a:gd name="T4" fmla="*/ 12 w 72"/>
                <a:gd name="T5" fmla="*/ 114 h 120"/>
                <a:gd name="T6" fmla="*/ 12 w 72"/>
                <a:gd name="T7" fmla="*/ 65 h 120"/>
                <a:gd name="T8" fmla="*/ 0 w 72"/>
                <a:gd name="T9" fmla="*/ 42 h 120"/>
                <a:gd name="T10" fmla="*/ 0 w 72"/>
                <a:gd name="T11" fmla="*/ 6 h 120"/>
                <a:gd name="T12" fmla="*/ 6 w 72"/>
                <a:gd name="T13" fmla="*/ 0 h 120"/>
                <a:gd name="T14" fmla="*/ 66 w 72"/>
                <a:gd name="T15" fmla="*/ 0 h 120"/>
                <a:gd name="T16" fmla="*/ 72 w 72"/>
                <a:gd name="T17" fmla="*/ 6 h 120"/>
                <a:gd name="T18" fmla="*/ 72 w 72"/>
                <a:gd name="T19" fmla="*/ 42 h 120"/>
                <a:gd name="T20" fmla="*/ 60 w 72"/>
                <a:gd name="T21" fmla="*/ 65 h 120"/>
                <a:gd name="T22" fmla="*/ 60 w 72"/>
                <a:gd name="T23" fmla="*/ 114 h 120"/>
                <a:gd name="T24" fmla="*/ 54 w 72"/>
                <a:gd name="T25" fmla="*/ 120 h 120"/>
                <a:gd name="T26" fmla="*/ 24 w 72"/>
                <a:gd name="T27" fmla="*/ 108 h 120"/>
                <a:gd name="T28" fmla="*/ 48 w 72"/>
                <a:gd name="T29" fmla="*/ 108 h 120"/>
                <a:gd name="T30" fmla="*/ 48 w 72"/>
                <a:gd name="T31" fmla="*/ 60 h 120"/>
                <a:gd name="T32" fmla="*/ 54 w 72"/>
                <a:gd name="T33" fmla="*/ 54 h 120"/>
                <a:gd name="T34" fmla="*/ 60 w 72"/>
                <a:gd name="T35" fmla="*/ 42 h 120"/>
                <a:gd name="T36" fmla="*/ 60 w 72"/>
                <a:gd name="T37" fmla="*/ 12 h 120"/>
                <a:gd name="T38" fmla="*/ 12 w 72"/>
                <a:gd name="T39" fmla="*/ 12 h 120"/>
                <a:gd name="T40" fmla="*/ 12 w 72"/>
                <a:gd name="T41" fmla="*/ 42 h 120"/>
                <a:gd name="T42" fmla="*/ 18 w 72"/>
                <a:gd name="T43" fmla="*/ 54 h 120"/>
                <a:gd name="T44" fmla="*/ 24 w 72"/>
                <a:gd name="T45" fmla="*/ 60 h 120"/>
                <a:gd name="T46" fmla="*/ 24 w 72"/>
                <a:gd name="T47" fmla="*/ 10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2" h="120">
                  <a:moveTo>
                    <a:pt x="54" y="120"/>
                  </a:moveTo>
                  <a:cubicBezTo>
                    <a:pt x="18" y="120"/>
                    <a:pt x="18" y="120"/>
                    <a:pt x="18" y="120"/>
                  </a:cubicBezTo>
                  <a:cubicBezTo>
                    <a:pt x="15" y="120"/>
                    <a:pt x="12" y="117"/>
                    <a:pt x="12" y="114"/>
                  </a:cubicBezTo>
                  <a:cubicBezTo>
                    <a:pt x="12" y="65"/>
                    <a:pt x="12" y="65"/>
                    <a:pt x="12" y="65"/>
                  </a:cubicBezTo>
                  <a:cubicBezTo>
                    <a:pt x="4" y="62"/>
                    <a:pt x="0" y="5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9" y="0"/>
                    <a:pt x="72" y="2"/>
                    <a:pt x="72" y="6"/>
                  </a:cubicBezTo>
                  <a:cubicBezTo>
                    <a:pt x="72" y="42"/>
                    <a:pt x="72" y="42"/>
                    <a:pt x="72" y="42"/>
                  </a:cubicBezTo>
                  <a:cubicBezTo>
                    <a:pt x="72" y="55"/>
                    <a:pt x="68" y="62"/>
                    <a:pt x="60" y="65"/>
                  </a:cubicBezTo>
                  <a:cubicBezTo>
                    <a:pt x="60" y="114"/>
                    <a:pt x="60" y="114"/>
                    <a:pt x="60" y="114"/>
                  </a:cubicBezTo>
                  <a:cubicBezTo>
                    <a:pt x="60" y="117"/>
                    <a:pt x="57" y="120"/>
                    <a:pt x="54" y="120"/>
                  </a:cubicBezTo>
                  <a:close/>
                  <a:moveTo>
                    <a:pt x="24" y="108"/>
                  </a:moveTo>
                  <a:cubicBezTo>
                    <a:pt x="48" y="108"/>
                    <a:pt x="48" y="108"/>
                    <a:pt x="48" y="108"/>
                  </a:cubicBezTo>
                  <a:cubicBezTo>
                    <a:pt x="48" y="60"/>
                    <a:pt x="48" y="60"/>
                    <a:pt x="48" y="60"/>
                  </a:cubicBezTo>
                  <a:cubicBezTo>
                    <a:pt x="48" y="56"/>
                    <a:pt x="51" y="54"/>
                    <a:pt x="54" y="54"/>
                  </a:cubicBezTo>
                  <a:cubicBezTo>
                    <a:pt x="57" y="54"/>
                    <a:pt x="60" y="54"/>
                    <a:pt x="60" y="4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54"/>
                    <a:pt x="15" y="54"/>
                    <a:pt x="18" y="54"/>
                  </a:cubicBezTo>
                  <a:cubicBezTo>
                    <a:pt x="21" y="54"/>
                    <a:pt x="24" y="56"/>
                    <a:pt x="24" y="60"/>
                  </a:cubicBezTo>
                  <a:lnTo>
                    <a:pt x="24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76" name="Freeform 42">
              <a:extLst>
                <a:ext uri="{FF2B5EF4-FFF2-40B4-BE49-F238E27FC236}">
                  <a16:creationId xmlns:a16="http://schemas.microsoft.com/office/drawing/2014/main" id="{33EAB03F-1708-934A-9326-DCEC1E3BE1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84" y="815"/>
              <a:ext cx="110" cy="180"/>
            </a:xfrm>
            <a:custGeom>
              <a:avLst/>
              <a:gdLst>
                <a:gd name="T0" fmla="*/ 54 w 72"/>
                <a:gd name="T1" fmla="*/ 120 h 120"/>
                <a:gd name="T2" fmla="*/ 18 w 72"/>
                <a:gd name="T3" fmla="*/ 120 h 120"/>
                <a:gd name="T4" fmla="*/ 12 w 72"/>
                <a:gd name="T5" fmla="*/ 114 h 120"/>
                <a:gd name="T6" fmla="*/ 12 w 72"/>
                <a:gd name="T7" fmla="*/ 65 h 120"/>
                <a:gd name="T8" fmla="*/ 0 w 72"/>
                <a:gd name="T9" fmla="*/ 42 h 120"/>
                <a:gd name="T10" fmla="*/ 0 w 72"/>
                <a:gd name="T11" fmla="*/ 6 h 120"/>
                <a:gd name="T12" fmla="*/ 6 w 72"/>
                <a:gd name="T13" fmla="*/ 0 h 120"/>
                <a:gd name="T14" fmla="*/ 66 w 72"/>
                <a:gd name="T15" fmla="*/ 0 h 120"/>
                <a:gd name="T16" fmla="*/ 72 w 72"/>
                <a:gd name="T17" fmla="*/ 6 h 120"/>
                <a:gd name="T18" fmla="*/ 72 w 72"/>
                <a:gd name="T19" fmla="*/ 42 h 120"/>
                <a:gd name="T20" fmla="*/ 60 w 72"/>
                <a:gd name="T21" fmla="*/ 65 h 120"/>
                <a:gd name="T22" fmla="*/ 60 w 72"/>
                <a:gd name="T23" fmla="*/ 114 h 120"/>
                <a:gd name="T24" fmla="*/ 54 w 72"/>
                <a:gd name="T25" fmla="*/ 120 h 120"/>
                <a:gd name="T26" fmla="*/ 24 w 72"/>
                <a:gd name="T27" fmla="*/ 108 h 120"/>
                <a:gd name="T28" fmla="*/ 48 w 72"/>
                <a:gd name="T29" fmla="*/ 108 h 120"/>
                <a:gd name="T30" fmla="*/ 48 w 72"/>
                <a:gd name="T31" fmla="*/ 60 h 120"/>
                <a:gd name="T32" fmla="*/ 54 w 72"/>
                <a:gd name="T33" fmla="*/ 54 h 120"/>
                <a:gd name="T34" fmla="*/ 60 w 72"/>
                <a:gd name="T35" fmla="*/ 42 h 120"/>
                <a:gd name="T36" fmla="*/ 60 w 72"/>
                <a:gd name="T37" fmla="*/ 12 h 120"/>
                <a:gd name="T38" fmla="*/ 12 w 72"/>
                <a:gd name="T39" fmla="*/ 12 h 120"/>
                <a:gd name="T40" fmla="*/ 12 w 72"/>
                <a:gd name="T41" fmla="*/ 42 h 120"/>
                <a:gd name="T42" fmla="*/ 18 w 72"/>
                <a:gd name="T43" fmla="*/ 54 h 120"/>
                <a:gd name="T44" fmla="*/ 24 w 72"/>
                <a:gd name="T45" fmla="*/ 60 h 120"/>
                <a:gd name="T46" fmla="*/ 24 w 72"/>
                <a:gd name="T47" fmla="*/ 10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2" h="120">
                  <a:moveTo>
                    <a:pt x="54" y="120"/>
                  </a:moveTo>
                  <a:cubicBezTo>
                    <a:pt x="18" y="120"/>
                    <a:pt x="18" y="120"/>
                    <a:pt x="18" y="120"/>
                  </a:cubicBezTo>
                  <a:cubicBezTo>
                    <a:pt x="15" y="120"/>
                    <a:pt x="12" y="117"/>
                    <a:pt x="12" y="114"/>
                  </a:cubicBezTo>
                  <a:cubicBezTo>
                    <a:pt x="12" y="65"/>
                    <a:pt x="12" y="65"/>
                    <a:pt x="12" y="65"/>
                  </a:cubicBezTo>
                  <a:cubicBezTo>
                    <a:pt x="4" y="62"/>
                    <a:pt x="0" y="5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9" y="0"/>
                    <a:pt x="72" y="2"/>
                    <a:pt x="72" y="6"/>
                  </a:cubicBezTo>
                  <a:cubicBezTo>
                    <a:pt x="72" y="42"/>
                    <a:pt x="72" y="42"/>
                    <a:pt x="72" y="42"/>
                  </a:cubicBezTo>
                  <a:cubicBezTo>
                    <a:pt x="72" y="55"/>
                    <a:pt x="68" y="62"/>
                    <a:pt x="60" y="65"/>
                  </a:cubicBezTo>
                  <a:cubicBezTo>
                    <a:pt x="60" y="114"/>
                    <a:pt x="60" y="114"/>
                    <a:pt x="60" y="114"/>
                  </a:cubicBezTo>
                  <a:cubicBezTo>
                    <a:pt x="60" y="117"/>
                    <a:pt x="57" y="120"/>
                    <a:pt x="54" y="120"/>
                  </a:cubicBezTo>
                  <a:close/>
                  <a:moveTo>
                    <a:pt x="24" y="108"/>
                  </a:moveTo>
                  <a:cubicBezTo>
                    <a:pt x="48" y="108"/>
                    <a:pt x="48" y="108"/>
                    <a:pt x="48" y="108"/>
                  </a:cubicBezTo>
                  <a:cubicBezTo>
                    <a:pt x="48" y="60"/>
                    <a:pt x="48" y="60"/>
                    <a:pt x="48" y="60"/>
                  </a:cubicBezTo>
                  <a:cubicBezTo>
                    <a:pt x="48" y="56"/>
                    <a:pt x="51" y="54"/>
                    <a:pt x="54" y="54"/>
                  </a:cubicBezTo>
                  <a:cubicBezTo>
                    <a:pt x="57" y="54"/>
                    <a:pt x="60" y="54"/>
                    <a:pt x="60" y="4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54"/>
                    <a:pt x="15" y="54"/>
                    <a:pt x="18" y="54"/>
                  </a:cubicBezTo>
                  <a:cubicBezTo>
                    <a:pt x="21" y="54"/>
                    <a:pt x="24" y="56"/>
                    <a:pt x="24" y="60"/>
                  </a:cubicBezTo>
                  <a:lnTo>
                    <a:pt x="24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77" name="Freeform 43">
              <a:extLst>
                <a:ext uri="{FF2B5EF4-FFF2-40B4-BE49-F238E27FC236}">
                  <a16:creationId xmlns:a16="http://schemas.microsoft.com/office/drawing/2014/main" id="{0B22C036-1BF3-914B-849D-BDC1213AB0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00" y="815"/>
              <a:ext cx="147" cy="251"/>
            </a:xfrm>
            <a:custGeom>
              <a:avLst/>
              <a:gdLst>
                <a:gd name="T0" fmla="*/ 66 w 96"/>
                <a:gd name="T1" fmla="*/ 168 h 168"/>
                <a:gd name="T2" fmla="*/ 30 w 96"/>
                <a:gd name="T3" fmla="*/ 168 h 168"/>
                <a:gd name="T4" fmla="*/ 24 w 96"/>
                <a:gd name="T5" fmla="*/ 162 h 168"/>
                <a:gd name="T6" fmla="*/ 24 w 96"/>
                <a:gd name="T7" fmla="*/ 95 h 168"/>
                <a:gd name="T8" fmla="*/ 0 w 96"/>
                <a:gd name="T9" fmla="*/ 66 h 168"/>
                <a:gd name="T10" fmla="*/ 0 w 96"/>
                <a:gd name="T11" fmla="*/ 6 h 168"/>
                <a:gd name="T12" fmla="*/ 6 w 96"/>
                <a:gd name="T13" fmla="*/ 0 h 168"/>
                <a:gd name="T14" fmla="*/ 90 w 96"/>
                <a:gd name="T15" fmla="*/ 0 h 168"/>
                <a:gd name="T16" fmla="*/ 96 w 96"/>
                <a:gd name="T17" fmla="*/ 6 h 168"/>
                <a:gd name="T18" fmla="*/ 96 w 96"/>
                <a:gd name="T19" fmla="*/ 66 h 168"/>
                <a:gd name="T20" fmla="*/ 72 w 96"/>
                <a:gd name="T21" fmla="*/ 95 h 168"/>
                <a:gd name="T22" fmla="*/ 72 w 96"/>
                <a:gd name="T23" fmla="*/ 162 h 168"/>
                <a:gd name="T24" fmla="*/ 66 w 96"/>
                <a:gd name="T25" fmla="*/ 168 h 168"/>
                <a:gd name="T26" fmla="*/ 36 w 96"/>
                <a:gd name="T27" fmla="*/ 156 h 168"/>
                <a:gd name="T28" fmla="*/ 60 w 96"/>
                <a:gd name="T29" fmla="*/ 156 h 168"/>
                <a:gd name="T30" fmla="*/ 60 w 96"/>
                <a:gd name="T31" fmla="*/ 90 h 168"/>
                <a:gd name="T32" fmla="*/ 66 w 96"/>
                <a:gd name="T33" fmla="*/ 84 h 168"/>
                <a:gd name="T34" fmla="*/ 84 w 96"/>
                <a:gd name="T35" fmla="*/ 66 h 168"/>
                <a:gd name="T36" fmla="*/ 84 w 96"/>
                <a:gd name="T37" fmla="*/ 12 h 168"/>
                <a:gd name="T38" fmla="*/ 12 w 96"/>
                <a:gd name="T39" fmla="*/ 12 h 168"/>
                <a:gd name="T40" fmla="*/ 12 w 96"/>
                <a:gd name="T41" fmla="*/ 66 h 168"/>
                <a:gd name="T42" fmla="*/ 30 w 96"/>
                <a:gd name="T43" fmla="*/ 84 h 168"/>
                <a:gd name="T44" fmla="*/ 36 w 96"/>
                <a:gd name="T45" fmla="*/ 90 h 168"/>
                <a:gd name="T46" fmla="*/ 36 w 96"/>
                <a:gd name="T47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6" h="168">
                  <a:moveTo>
                    <a:pt x="66" y="168"/>
                  </a:moveTo>
                  <a:cubicBezTo>
                    <a:pt x="30" y="168"/>
                    <a:pt x="30" y="168"/>
                    <a:pt x="30" y="168"/>
                  </a:cubicBezTo>
                  <a:cubicBezTo>
                    <a:pt x="27" y="168"/>
                    <a:pt x="24" y="165"/>
                    <a:pt x="24" y="162"/>
                  </a:cubicBezTo>
                  <a:cubicBezTo>
                    <a:pt x="24" y="95"/>
                    <a:pt x="24" y="95"/>
                    <a:pt x="24" y="95"/>
                  </a:cubicBezTo>
                  <a:cubicBezTo>
                    <a:pt x="10" y="92"/>
                    <a:pt x="0" y="80"/>
                    <a:pt x="0" y="6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3" y="0"/>
                    <a:pt x="96" y="2"/>
                    <a:pt x="96" y="6"/>
                  </a:cubicBezTo>
                  <a:cubicBezTo>
                    <a:pt x="96" y="66"/>
                    <a:pt x="96" y="66"/>
                    <a:pt x="96" y="66"/>
                  </a:cubicBezTo>
                  <a:cubicBezTo>
                    <a:pt x="96" y="80"/>
                    <a:pt x="86" y="92"/>
                    <a:pt x="72" y="95"/>
                  </a:cubicBezTo>
                  <a:cubicBezTo>
                    <a:pt x="72" y="162"/>
                    <a:pt x="72" y="162"/>
                    <a:pt x="72" y="162"/>
                  </a:cubicBezTo>
                  <a:cubicBezTo>
                    <a:pt x="72" y="165"/>
                    <a:pt x="69" y="168"/>
                    <a:pt x="66" y="168"/>
                  </a:cubicBezTo>
                  <a:close/>
                  <a:moveTo>
                    <a:pt x="36" y="156"/>
                  </a:moveTo>
                  <a:cubicBezTo>
                    <a:pt x="60" y="156"/>
                    <a:pt x="60" y="156"/>
                    <a:pt x="60" y="156"/>
                  </a:cubicBezTo>
                  <a:cubicBezTo>
                    <a:pt x="60" y="90"/>
                    <a:pt x="60" y="90"/>
                    <a:pt x="60" y="90"/>
                  </a:cubicBezTo>
                  <a:cubicBezTo>
                    <a:pt x="60" y="86"/>
                    <a:pt x="63" y="84"/>
                    <a:pt x="66" y="84"/>
                  </a:cubicBezTo>
                  <a:cubicBezTo>
                    <a:pt x="76" y="84"/>
                    <a:pt x="84" y="76"/>
                    <a:pt x="84" y="66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2" y="76"/>
                    <a:pt x="20" y="84"/>
                    <a:pt x="30" y="84"/>
                  </a:cubicBezTo>
                  <a:cubicBezTo>
                    <a:pt x="33" y="84"/>
                    <a:pt x="36" y="86"/>
                    <a:pt x="36" y="90"/>
                  </a:cubicBezTo>
                  <a:lnTo>
                    <a:pt x="36" y="1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78" name="Freeform 44">
              <a:extLst>
                <a:ext uri="{FF2B5EF4-FFF2-40B4-BE49-F238E27FC236}">
                  <a16:creationId xmlns:a16="http://schemas.microsoft.com/office/drawing/2014/main" id="{E8B7DC9C-B6E3-214C-96AB-8281516F43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71" y="726"/>
              <a:ext cx="74" cy="71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7" y="0"/>
                    <a:pt x="48" y="10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7"/>
                    <a:pt x="12" y="24"/>
                  </a:cubicBezTo>
                  <a:cubicBezTo>
                    <a:pt x="12" y="30"/>
                    <a:pt x="17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79" name="Freeform 45">
              <a:extLst>
                <a:ext uri="{FF2B5EF4-FFF2-40B4-BE49-F238E27FC236}">
                  <a16:creationId xmlns:a16="http://schemas.microsoft.com/office/drawing/2014/main" id="{397E29E0-4660-AC44-AA91-82129C1E33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02" y="726"/>
              <a:ext cx="74" cy="71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7" y="0"/>
                    <a:pt x="48" y="10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7"/>
                    <a:pt x="12" y="24"/>
                  </a:cubicBezTo>
                  <a:cubicBezTo>
                    <a:pt x="12" y="30"/>
                    <a:pt x="17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0" name="Freeform 46">
              <a:extLst>
                <a:ext uri="{FF2B5EF4-FFF2-40B4-BE49-F238E27FC236}">
                  <a16:creationId xmlns:a16="http://schemas.microsoft.com/office/drawing/2014/main" id="{30250504-C013-FB41-8C0E-CC245995DB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18" y="690"/>
              <a:ext cx="111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5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5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2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49" y="60"/>
                    <a:pt x="60" y="49"/>
                    <a:pt x="60" y="36"/>
                  </a:cubicBezTo>
                  <a:cubicBezTo>
                    <a:pt x="60" y="22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81" name="Group 122">
            <a:extLst>
              <a:ext uri="{FF2B5EF4-FFF2-40B4-BE49-F238E27FC236}">
                <a16:creationId xmlns:a16="http://schemas.microsoft.com/office/drawing/2014/main" id="{67283CD5-0255-B34C-BF7E-E084473C74C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677138" y="4315989"/>
            <a:ext cx="496566" cy="484180"/>
            <a:chOff x="487" y="3214"/>
            <a:chExt cx="441" cy="430"/>
          </a:xfrm>
          <a:solidFill>
            <a:schemeClr val="accent1"/>
          </a:solidFill>
        </p:grpSpPr>
        <p:sp>
          <p:nvSpPr>
            <p:cNvPr id="282" name="Freeform 123">
              <a:extLst>
                <a:ext uri="{FF2B5EF4-FFF2-40B4-BE49-F238E27FC236}">
                  <a16:creationId xmlns:a16="http://schemas.microsoft.com/office/drawing/2014/main" id="{72773FE5-CE95-0F4A-A086-070B43C2F3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9" y="3214"/>
              <a:ext cx="257" cy="233"/>
            </a:xfrm>
            <a:custGeom>
              <a:avLst/>
              <a:gdLst>
                <a:gd name="T0" fmla="*/ 66 w 168"/>
                <a:gd name="T1" fmla="*/ 156 h 156"/>
                <a:gd name="T2" fmla="*/ 62 w 168"/>
                <a:gd name="T3" fmla="*/ 154 h 156"/>
                <a:gd name="T4" fmla="*/ 28 w 168"/>
                <a:gd name="T5" fmla="*/ 120 h 156"/>
                <a:gd name="T6" fmla="*/ 18 w 168"/>
                <a:gd name="T7" fmla="*/ 120 h 156"/>
                <a:gd name="T8" fmla="*/ 0 w 168"/>
                <a:gd name="T9" fmla="*/ 102 h 156"/>
                <a:gd name="T10" fmla="*/ 0 w 168"/>
                <a:gd name="T11" fmla="*/ 18 h 156"/>
                <a:gd name="T12" fmla="*/ 18 w 168"/>
                <a:gd name="T13" fmla="*/ 0 h 156"/>
                <a:gd name="T14" fmla="*/ 150 w 168"/>
                <a:gd name="T15" fmla="*/ 0 h 156"/>
                <a:gd name="T16" fmla="*/ 168 w 168"/>
                <a:gd name="T17" fmla="*/ 18 h 156"/>
                <a:gd name="T18" fmla="*/ 168 w 168"/>
                <a:gd name="T19" fmla="*/ 102 h 156"/>
                <a:gd name="T20" fmla="*/ 150 w 168"/>
                <a:gd name="T21" fmla="*/ 120 h 156"/>
                <a:gd name="T22" fmla="*/ 72 w 168"/>
                <a:gd name="T23" fmla="*/ 120 h 156"/>
                <a:gd name="T24" fmla="*/ 72 w 168"/>
                <a:gd name="T25" fmla="*/ 150 h 156"/>
                <a:gd name="T26" fmla="*/ 69 w 168"/>
                <a:gd name="T27" fmla="*/ 156 h 156"/>
                <a:gd name="T28" fmla="*/ 66 w 168"/>
                <a:gd name="T29" fmla="*/ 156 h 156"/>
                <a:gd name="T30" fmla="*/ 18 w 168"/>
                <a:gd name="T31" fmla="*/ 12 h 156"/>
                <a:gd name="T32" fmla="*/ 12 w 168"/>
                <a:gd name="T33" fmla="*/ 18 h 156"/>
                <a:gd name="T34" fmla="*/ 12 w 168"/>
                <a:gd name="T35" fmla="*/ 102 h 156"/>
                <a:gd name="T36" fmla="*/ 18 w 168"/>
                <a:gd name="T37" fmla="*/ 108 h 156"/>
                <a:gd name="T38" fmla="*/ 30 w 168"/>
                <a:gd name="T39" fmla="*/ 108 h 156"/>
                <a:gd name="T40" fmla="*/ 34 w 168"/>
                <a:gd name="T41" fmla="*/ 110 h 156"/>
                <a:gd name="T42" fmla="*/ 60 w 168"/>
                <a:gd name="T43" fmla="*/ 136 h 156"/>
                <a:gd name="T44" fmla="*/ 60 w 168"/>
                <a:gd name="T45" fmla="*/ 114 h 156"/>
                <a:gd name="T46" fmla="*/ 66 w 168"/>
                <a:gd name="T47" fmla="*/ 108 h 156"/>
                <a:gd name="T48" fmla="*/ 150 w 168"/>
                <a:gd name="T49" fmla="*/ 108 h 156"/>
                <a:gd name="T50" fmla="*/ 156 w 168"/>
                <a:gd name="T51" fmla="*/ 102 h 156"/>
                <a:gd name="T52" fmla="*/ 156 w 168"/>
                <a:gd name="T53" fmla="*/ 18 h 156"/>
                <a:gd name="T54" fmla="*/ 150 w 168"/>
                <a:gd name="T55" fmla="*/ 12 h 156"/>
                <a:gd name="T56" fmla="*/ 18 w 168"/>
                <a:gd name="T57" fmla="*/ 12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68" h="156">
                  <a:moveTo>
                    <a:pt x="66" y="156"/>
                  </a:moveTo>
                  <a:cubicBezTo>
                    <a:pt x="65" y="156"/>
                    <a:pt x="63" y="156"/>
                    <a:pt x="62" y="154"/>
                  </a:cubicBezTo>
                  <a:cubicBezTo>
                    <a:pt x="28" y="120"/>
                    <a:pt x="28" y="120"/>
                    <a:pt x="28" y="120"/>
                  </a:cubicBezTo>
                  <a:cubicBezTo>
                    <a:pt x="18" y="120"/>
                    <a:pt x="18" y="120"/>
                    <a:pt x="18" y="120"/>
                  </a:cubicBezTo>
                  <a:cubicBezTo>
                    <a:pt x="8" y="120"/>
                    <a:pt x="0" y="112"/>
                    <a:pt x="0" y="102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60" y="0"/>
                    <a:pt x="168" y="8"/>
                    <a:pt x="168" y="18"/>
                  </a:cubicBezTo>
                  <a:cubicBezTo>
                    <a:pt x="168" y="102"/>
                    <a:pt x="168" y="102"/>
                    <a:pt x="168" y="102"/>
                  </a:cubicBezTo>
                  <a:cubicBezTo>
                    <a:pt x="168" y="112"/>
                    <a:pt x="160" y="120"/>
                    <a:pt x="150" y="120"/>
                  </a:cubicBezTo>
                  <a:cubicBezTo>
                    <a:pt x="72" y="120"/>
                    <a:pt x="72" y="120"/>
                    <a:pt x="72" y="120"/>
                  </a:cubicBezTo>
                  <a:cubicBezTo>
                    <a:pt x="72" y="150"/>
                    <a:pt x="72" y="150"/>
                    <a:pt x="72" y="150"/>
                  </a:cubicBezTo>
                  <a:cubicBezTo>
                    <a:pt x="72" y="153"/>
                    <a:pt x="71" y="155"/>
                    <a:pt x="69" y="156"/>
                  </a:cubicBezTo>
                  <a:cubicBezTo>
                    <a:pt x="68" y="156"/>
                    <a:pt x="67" y="156"/>
                    <a:pt x="66" y="15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5"/>
                    <a:pt x="12" y="18"/>
                  </a:cubicBezTo>
                  <a:cubicBezTo>
                    <a:pt x="12" y="102"/>
                    <a:pt x="12" y="102"/>
                    <a:pt x="12" y="102"/>
                  </a:cubicBezTo>
                  <a:cubicBezTo>
                    <a:pt x="12" y="105"/>
                    <a:pt x="15" y="108"/>
                    <a:pt x="18" y="108"/>
                  </a:cubicBezTo>
                  <a:cubicBezTo>
                    <a:pt x="30" y="108"/>
                    <a:pt x="30" y="108"/>
                    <a:pt x="30" y="108"/>
                  </a:cubicBezTo>
                  <a:cubicBezTo>
                    <a:pt x="32" y="108"/>
                    <a:pt x="33" y="109"/>
                    <a:pt x="34" y="110"/>
                  </a:cubicBezTo>
                  <a:cubicBezTo>
                    <a:pt x="60" y="136"/>
                    <a:pt x="60" y="136"/>
                    <a:pt x="60" y="136"/>
                  </a:cubicBezTo>
                  <a:cubicBezTo>
                    <a:pt x="60" y="114"/>
                    <a:pt x="60" y="114"/>
                    <a:pt x="60" y="114"/>
                  </a:cubicBezTo>
                  <a:cubicBezTo>
                    <a:pt x="60" y="111"/>
                    <a:pt x="63" y="108"/>
                    <a:pt x="66" y="108"/>
                  </a:cubicBezTo>
                  <a:cubicBezTo>
                    <a:pt x="150" y="108"/>
                    <a:pt x="150" y="108"/>
                    <a:pt x="150" y="108"/>
                  </a:cubicBezTo>
                  <a:cubicBezTo>
                    <a:pt x="154" y="108"/>
                    <a:pt x="156" y="105"/>
                    <a:pt x="156" y="102"/>
                  </a:cubicBezTo>
                  <a:cubicBezTo>
                    <a:pt x="156" y="18"/>
                    <a:pt x="156" y="18"/>
                    <a:pt x="156" y="18"/>
                  </a:cubicBezTo>
                  <a:cubicBezTo>
                    <a:pt x="156" y="15"/>
                    <a:pt x="154" y="12"/>
                    <a:pt x="150" y="12"/>
                  </a:cubicBezTo>
                  <a:lnTo>
                    <a:pt x="18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3" name="Freeform 124">
              <a:extLst>
                <a:ext uri="{FF2B5EF4-FFF2-40B4-BE49-F238E27FC236}">
                  <a16:creationId xmlns:a16="http://schemas.microsoft.com/office/drawing/2014/main" id="{6CDD5E0D-6567-8F41-ADDA-4873270097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0" y="3411"/>
              <a:ext cx="110" cy="108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50"/>
                    <a:pt x="23" y="60"/>
                    <a:pt x="36" y="60"/>
                  </a:cubicBezTo>
                  <a:cubicBezTo>
                    <a:pt x="49" y="60"/>
                    <a:pt x="60" y="50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4" name="Freeform 125">
              <a:extLst>
                <a:ext uri="{FF2B5EF4-FFF2-40B4-BE49-F238E27FC236}">
                  <a16:creationId xmlns:a16="http://schemas.microsoft.com/office/drawing/2014/main" id="{5E033DBE-D634-B34B-A4D9-A3AB7C0A51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3" y="3501"/>
              <a:ext cx="165" cy="89"/>
            </a:xfrm>
            <a:custGeom>
              <a:avLst/>
              <a:gdLst>
                <a:gd name="T0" fmla="*/ 102 w 108"/>
                <a:gd name="T1" fmla="*/ 60 h 60"/>
                <a:gd name="T2" fmla="*/ 6 w 108"/>
                <a:gd name="T3" fmla="*/ 60 h 60"/>
                <a:gd name="T4" fmla="*/ 0 w 108"/>
                <a:gd name="T5" fmla="*/ 54 h 60"/>
                <a:gd name="T6" fmla="*/ 54 w 108"/>
                <a:gd name="T7" fmla="*/ 0 h 60"/>
                <a:gd name="T8" fmla="*/ 108 w 108"/>
                <a:gd name="T9" fmla="*/ 54 h 60"/>
                <a:gd name="T10" fmla="*/ 102 w 108"/>
                <a:gd name="T11" fmla="*/ 60 h 60"/>
                <a:gd name="T12" fmla="*/ 13 w 108"/>
                <a:gd name="T13" fmla="*/ 48 h 60"/>
                <a:gd name="T14" fmla="*/ 96 w 108"/>
                <a:gd name="T15" fmla="*/ 48 h 60"/>
                <a:gd name="T16" fmla="*/ 54 w 108"/>
                <a:gd name="T17" fmla="*/ 12 h 60"/>
                <a:gd name="T18" fmla="*/ 13 w 108"/>
                <a:gd name="T19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60">
                  <a:moveTo>
                    <a:pt x="102" y="60"/>
                  </a:moveTo>
                  <a:cubicBezTo>
                    <a:pt x="6" y="60"/>
                    <a:pt x="6" y="60"/>
                    <a:pt x="6" y="60"/>
                  </a:cubicBezTo>
                  <a:cubicBezTo>
                    <a:pt x="3" y="60"/>
                    <a:pt x="0" y="58"/>
                    <a:pt x="0" y="54"/>
                  </a:cubicBezTo>
                  <a:cubicBezTo>
                    <a:pt x="0" y="25"/>
                    <a:pt x="24" y="0"/>
                    <a:pt x="54" y="0"/>
                  </a:cubicBezTo>
                  <a:cubicBezTo>
                    <a:pt x="84" y="0"/>
                    <a:pt x="108" y="25"/>
                    <a:pt x="108" y="54"/>
                  </a:cubicBezTo>
                  <a:cubicBezTo>
                    <a:pt x="108" y="58"/>
                    <a:pt x="106" y="60"/>
                    <a:pt x="102" y="60"/>
                  </a:cubicBezTo>
                  <a:close/>
                  <a:moveTo>
                    <a:pt x="13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3" y="28"/>
                    <a:pt x="75" y="12"/>
                    <a:pt x="54" y="12"/>
                  </a:cubicBezTo>
                  <a:cubicBezTo>
                    <a:pt x="33" y="12"/>
                    <a:pt x="16" y="28"/>
                    <a:pt x="13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5" name="Freeform 126">
              <a:extLst>
                <a:ext uri="{FF2B5EF4-FFF2-40B4-BE49-F238E27FC236}">
                  <a16:creationId xmlns:a16="http://schemas.microsoft.com/office/drawing/2014/main" id="{88700ED7-B9BA-B04A-9A1A-F877F79FB3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5" y="3411"/>
              <a:ext cx="110" cy="108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50"/>
                    <a:pt x="23" y="60"/>
                    <a:pt x="36" y="60"/>
                  </a:cubicBezTo>
                  <a:cubicBezTo>
                    <a:pt x="49" y="60"/>
                    <a:pt x="60" y="50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6" name="Freeform 127">
              <a:extLst>
                <a:ext uri="{FF2B5EF4-FFF2-40B4-BE49-F238E27FC236}">
                  <a16:creationId xmlns:a16="http://schemas.microsoft.com/office/drawing/2014/main" id="{BD63F862-ED81-B442-A78A-FA6F5D451E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7" y="3501"/>
              <a:ext cx="165" cy="89"/>
            </a:xfrm>
            <a:custGeom>
              <a:avLst/>
              <a:gdLst>
                <a:gd name="T0" fmla="*/ 102 w 108"/>
                <a:gd name="T1" fmla="*/ 60 h 60"/>
                <a:gd name="T2" fmla="*/ 6 w 108"/>
                <a:gd name="T3" fmla="*/ 60 h 60"/>
                <a:gd name="T4" fmla="*/ 0 w 108"/>
                <a:gd name="T5" fmla="*/ 54 h 60"/>
                <a:gd name="T6" fmla="*/ 54 w 108"/>
                <a:gd name="T7" fmla="*/ 0 h 60"/>
                <a:gd name="T8" fmla="*/ 108 w 108"/>
                <a:gd name="T9" fmla="*/ 54 h 60"/>
                <a:gd name="T10" fmla="*/ 102 w 108"/>
                <a:gd name="T11" fmla="*/ 60 h 60"/>
                <a:gd name="T12" fmla="*/ 13 w 108"/>
                <a:gd name="T13" fmla="*/ 48 h 60"/>
                <a:gd name="T14" fmla="*/ 96 w 108"/>
                <a:gd name="T15" fmla="*/ 48 h 60"/>
                <a:gd name="T16" fmla="*/ 54 w 108"/>
                <a:gd name="T17" fmla="*/ 12 h 60"/>
                <a:gd name="T18" fmla="*/ 13 w 108"/>
                <a:gd name="T19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60">
                  <a:moveTo>
                    <a:pt x="102" y="60"/>
                  </a:moveTo>
                  <a:cubicBezTo>
                    <a:pt x="6" y="60"/>
                    <a:pt x="6" y="60"/>
                    <a:pt x="6" y="60"/>
                  </a:cubicBezTo>
                  <a:cubicBezTo>
                    <a:pt x="3" y="60"/>
                    <a:pt x="0" y="58"/>
                    <a:pt x="0" y="54"/>
                  </a:cubicBezTo>
                  <a:cubicBezTo>
                    <a:pt x="0" y="25"/>
                    <a:pt x="24" y="0"/>
                    <a:pt x="54" y="0"/>
                  </a:cubicBezTo>
                  <a:cubicBezTo>
                    <a:pt x="84" y="0"/>
                    <a:pt x="108" y="25"/>
                    <a:pt x="108" y="54"/>
                  </a:cubicBezTo>
                  <a:cubicBezTo>
                    <a:pt x="108" y="58"/>
                    <a:pt x="106" y="60"/>
                    <a:pt x="102" y="60"/>
                  </a:cubicBezTo>
                  <a:close/>
                  <a:moveTo>
                    <a:pt x="13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3" y="28"/>
                    <a:pt x="75" y="12"/>
                    <a:pt x="54" y="12"/>
                  </a:cubicBezTo>
                  <a:cubicBezTo>
                    <a:pt x="33" y="12"/>
                    <a:pt x="16" y="28"/>
                    <a:pt x="13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7" name="Freeform 128">
              <a:extLst>
                <a:ext uri="{FF2B5EF4-FFF2-40B4-BE49-F238E27FC236}">
                  <a16:creationId xmlns:a16="http://schemas.microsoft.com/office/drawing/2014/main" id="{52268FC6-A33C-ED46-9336-05D86CD136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2" y="3465"/>
              <a:ext cx="111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50"/>
                    <a:pt x="23" y="60"/>
                    <a:pt x="36" y="60"/>
                  </a:cubicBezTo>
                  <a:cubicBezTo>
                    <a:pt x="49" y="60"/>
                    <a:pt x="60" y="50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8" name="Freeform 129">
              <a:extLst>
                <a:ext uri="{FF2B5EF4-FFF2-40B4-BE49-F238E27FC236}">
                  <a16:creationId xmlns:a16="http://schemas.microsoft.com/office/drawing/2014/main" id="{56D30168-2DF4-C24E-A79D-080A994167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5" y="3554"/>
              <a:ext cx="165" cy="90"/>
            </a:xfrm>
            <a:custGeom>
              <a:avLst/>
              <a:gdLst>
                <a:gd name="T0" fmla="*/ 102 w 108"/>
                <a:gd name="T1" fmla="*/ 60 h 60"/>
                <a:gd name="T2" fmla="*/ 6 w 108"/>
                <a:gd name="T3" fmla="*/ 60 h 60"/>
                <a:gd name="T4" fmla="*/ 0 w 108"/>
                <a:gd name="T5" fmla="*/ 54 h 60"/>
                <a:gd name="T6" fmla="*/ 54 w 108"/>
                <a:gd name="T7" fmla="*/ 0 h 60"/>
                <a:gd name="T8" fmla="*/ 108 w 108"/>
                <a:gd name="T9" fmla="*/ 54 h 60"/>
                <a:gd name="T10" fmla="*/ 102 w 108"/>
                <a:gd name="T11" fmla="*/ 60 h 60"/>
                <a:gd name="T12" fmla="*/ 13 w 108"/>
                <a:gd name="T13" fmla="*/ 48 h 60"/>
                <a:gd name="T14" fmla="*/ 96 w 108"/>
                <a:gd name="T15" fmla="*/ 48 h 60"/>
                <a:gd name="T16" fmla="*/ 54 w 108"/>
                <a:gd name="T17" fmla="*/ 12 h 60"/>
                <a:gd name="T18" fmla="*/ 13 w 108"/>
                <a:gd name="T19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60">
                  <a:moveTo>
                    <a:pt x="102" y="60"/>
                  </a:moveTo>
                  <a:cubicBezTo>
                    <a:pt x="6" y="60"/>
                    <a:pt x="6" y="60"/>
                    <a:pt x="6" y="60"/>
                  </a:cubicBezTo>
                  <a:cubicBezTo>
                    <a:pt x="3" y="60"/>
                    <a:pt x="0" y="58"/>
                    <a:pt x="0" y="54"/>
                  </a:cubicBezTo>
                  <a:cubicBezTo>
                    <a:pt x="0" y="25"/>
                    <a:pt x="24" y="0"/>
                    <a:pt x="54" y="0"/>
                  </a:cubicBezTo>
                  <a:cubicBezTo>
                    <a:pt x="84" y="0"/>
                    <a:pt x="108" y="25"/>
                    <a:pt x="108" y="54"/>
                  </a:cubicBezTo>
                  <a:cubicBezTo>
                    <a:pt x="108" y="58"/>
                    <a:pt x="106" y="60"/>
                    <a:pt x="102" y="60"/>
                  </a:cubicBezTo>
                  <a:close/>
                  <a:moveTo>
                    <a:pt x="13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3" y="28"/>
                    <a:pt x="75" y="12"/>
                    <a:pt x="54" y="12"/>
                  </a:cubicBezTo>
                  <a:cubicBezTo>
                    <a:pt x="33" y="12"/>
                    <a:pt x="16" y="28"/>
                    <a:pt x="13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9" name="Freeform 130">
              <a:extLst>
                <a:ext uri="{FF2B5EF4-FFF2-40B4-BE49-F238E27FC236}">
                  <a16:creationId xmlns:a16="http://schemas.microsoft.com/office/drawing/2014/main" id="{A4CCAC9E-9F1D-7349-BC9A-B1EF22D519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" y="3250"/>
              <a:ext cx="147" cy="18"/>
            </a:xfrm>
            <a:custGeom>
              <a:avLst/>
              <a:gdLst>
                <a:gd name="T0" fmla="*/ 90 w 96"/>
                <a:gd name="T1" fmla="*/ 12 h 12"/>
                <a:gd name="T2" fmla="*/ 6 w 96"/>
                <a:gd name="T3" fmla="*/ 12 h 12"/>
                <a:gd name="T4" fmla="*/ 0 w 96"/>
                <a:gd name="T5" fmla="*/ 6 h 12"/>
                <a:gd name="T6" fmla="*/ 6 w 96"/>
                <a:gd name="T7" fmla="*/ 0 h 12"/>
                <a:gd name="T8" fmla="*/ 90 w 96"/>
                <a:gd name="T9" fmla="*/ 0 h 12"/>
                <a:gd name="T10" fmla="*/ 96 w 96"/>
                <a:gd name="T11" fmla="*/ 6 h 12"/>
                <a:gd name="T12" fmla="*/ 90 w 9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6" h="12">
                  <a:moveTo>
                    <a:pt x="9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3" y="0"/>
                    <a:pt x="96" y="3"/>
                    <a:pt x="96" y="6"/>
                  </a:cubicBezTo>
                  <a:cubicBezTo>
                    <a:pt x="96" y="9"/>
                    <a:pt x="93" y="12"/>
                    <a:pt x="9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90" name="Freeform 131">
              <a:extLst>
                <a:ext uri="{FF2B5EF4-FFF2-40B4-BE49-F238E27FC236}">
                  <a16:creationId xmlns:a16="http://schemas.microsoft.com/office/drawing/2014/main" id="{747CB487-9672-EB4E-BF7A-C18B01144E9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" y="3286"/>
              <a:ext cx="147" cy="18"/>
            </a:xfrm>
            <a:custGeom>
              <a:avLst/>
              <a:gdLst>
                <a:gd name="T0" fmla="*/ 90 w 96"/>
                <a:gd name="T1" fmla="*/ 12 h 12"/>
                <a:gd name="T2" fmla="*/ 6 w 96"/>
                <a:gd name="T3" fmla="*/ 12 h 12"/>
                <a:gd name="T4" fmla="*/ 0 w 96"/>
                <a:gd name="T5" fmla="*/ 6 h 12"/>
                <a:gd name="T6" fmla="*/ 6 w 96"/>
                <a:gd name="T7" fmla="*/ 0 h 12"/>
                <a:gd name="T8" fmla="*/ 90 w 96"/>
                <a:gd name="T9" fmla="*/ 0 h 12"/>
                <a:gd name="T10" fmla="*/ 96 w 96"/>
                <a:gd name="T11" fmla="*/ 6 h 12"/>
                <a:gd name="T12" fmla="*/ 90 w 9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6" h="12">
                  <a:moveTo>
                    <a:pt x="9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3" y="0"/>
                    <a:pt x="96" y="3"/>
                    <a:pt x="96" y="6"/>
                  </a:cubicBezTo>
                  <a:cubicBezTo>
                    <a:pt x="96" y="9"/>
                    <a:pt x="93" y="12"/>
                    <a:pt x="9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91" name="Freeform 132">
              <a:extLst>
                <a:ext uri="{FF2B5EF4-FFF2-40B4-BE49-F238E27FC236}">
                  <a16:creationId xmlns:a16="http://schemas.microsoft.com/office/drawing/2014/main" id="{5B3A23BE-3A97-9841-A871-547EA51CCD4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" y="3322"/>
              <a:ext cx="147" cy="17"/>
            </a:xfrm>
            <a:custGeom>
              <a:avLst/>
              <a:gdLst>
                <a:gd name="T0" fmla="*/ 90 w 96"/>
                <a:gd name="T1" fmla="*/ 12 h 12"/>
                <a:gd name="T2" fmla="*/ 6 w 96"/>
                <a:gd name="T3" fmla="*/ 12 h 12"/>
                <a:gd name="T4" fmla="*/ 0 w 96"/>
                <a:gd name="T5" fmla="*/ 6 h 12"/>
                <a:gd name="T6" fmla="*/ 6 w 96"/>
                <a:gd name="T7" fmla="*/ 0 h 12"/>
                <a:gd name="T8" fmla="*/ 90 w 96"/>
                <a:gd name="T9" fmla="*/ 0 h 12"/>
                <a:gd name="T10" fmla="*/ 96 w 96"/>
                <a:gd name="T11" fmla="*/ 6 h 12"/>
                <a:gd name="T12" fmla="*/ 90 w 9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6" h="12">
                  <a:moveTo>
                    <a:pt x="9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3" y="0"/>
                    <a:pt x="96" y="3"/>
                    <a:pt x="96" y="6"/>
                  </a:cubicBezTo>
                  <a:cubicBezTo>
                    <a:pt x="96" y="9"/>
                    <a:pt x="93" y="12"/>
                    <a:pt x="9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92" name="Group 140">
            <a:extLst>
              <a:ext uri="{FF2B5EF4-FFF2-40B4-BE49-F238E27FC236}">
                <a16:creationId xmlns:a16="http://schemas.microsoft.com/office/drawing/2014/main" id="{AA388C1F-8ED0-A044-89DE-83D0EEEFC80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942164" y="1923077"/>
            <a:ext cx="513762" cy="513760"/>
            <a:chOff x="1560" y="3157"/>
            <a:chExt cx="426" cy="426"/>
          </a:xfrm>
          <a:solidFill>
            <a:schemeClr val="accent1"/>
          </a:solidFill>
        </p:grpSpPr>
        <p:sp>
          <p:nvSpPr>
            <p:cNvPr id="293" name="Freeform 141">
              <a:extLst>
                <a:ext uri="{FF2B5EF4-FFF2-40B4-BE49-F238E27FC236}">
                  <a16:creationId xmlns:a16="http://schemas.microsoft.com/office/drawing/2014/main" id="{6DC37675-C2E9-FC4D-97FC-14D1439C69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2" y="3211"/>
              <a:ext cx="142" cy="141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12 h 96"/>
                <a:gd name="T12" fmla="*/ 12 w 96"/>
                <a:gd name="T13" fmla="*/ 48 h 96"/>
                <a:gd name="T14" fmla="*/ 48 w 96"/>
                <a:gd name="T15" fmla="*/ 84 h 96"/>
                <a:gd name="T16" fmla="*/ 84 w 96"/>
                <a:gd name="T17" fmla="*/ 48 h 96"/>
                <a:gd name="T18" fmla="*/ 48 w 96"/>
                <a:gd name="T19" fmla="*/ 1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5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5" y="0"/>
                    <a:pt x="96" y="22"/>
                    <a:pt x="96" y="48"/>
                  </a:cubicBezTo>
                  <a:cubicBezTo>
                    <a:pt x="96" y="75"/>
                    <a:pt x="75" y="96"/>
                    <a:pt x="48" y="96"/>
                  </a:cubicBezTo>
                  <a:close/>
                  <a:moveTo>
                    <a:pt x="48" y="12"/>
                  </a:moveTo>
                  <a:cubicBezTo>
                    <a:pt x="28" y="12"/>
                    <a:pt x="12" y="29"/>
                    <a:pt x="12" y="48"/>
                  </a:cubicBezTo>
                  <a:cubicBezTo>
                    <a:pt x="12" y="68"/>
                    <a:pt x="28" y="84"/>
                    <a:pt x="48" y="84"/>
                  </a:cubicBezTo>
                  <a:cubicBezTo>
                    <a:pt x="68" y="84"/>
                    <a:pt x="84" y="68"/>
                    <a:pt x="84" y="48"/>
                  </a:cubicBezTo>
                  <a:cubicBezTo>
                    <a:pt x="84" y="29"/>
                    <a:pt x="68" y="12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294" name="Freeform 142">
              <a:extLst>
                <a:ext uri="{FF2B5EF4-FFF2-40B4-BE49-F238E27FC236}">
                  <a16:creationId xmlns:a16="http://schemas.microsoft.com/office/drawing/2014/main" id="{4F2931D0-0ECD-044F-B8D7-5EE83E53FC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43" y="3157"/>
              <a:ext cx="262" cy="392"/>
            </a:xfrm>
            <a:custGeom>
              <a:avLst/>
              <a:gdLst>
                <a:gd name="T0" fmla="*/ 88 w 177"/>
                <a:gd name="T1" fmla="*/ 265 h 265"/>
                <a:gd name="T2" fmla="*/ 88 w 177"/>
                <a:gd name="T3" fmla="*/ 265 h 265"/>
                <a:gd name="T4" fmla="*/ 83 w 177"/>
                <a:gd name="T5" fmla="*/ 262 h 265"/>
                <a:gd name="T6" fmla="*/ 0 w 177"/>
                <a:gd name="T7" fmla="*/ 89 h 265"/>
                <a:gd name="T8" fmla="*/ 88 w 177"/>
                <a:gd name="T9" fmla="*/ 0 h 265"/>
                <a:gd name="T10" fmla="*/ 177 w 177"/>
                <a:gd name="T11" fmla="*/ 89 h 265"/>
                <a:gd name="T12" fmla="*/ 93 w 177"/>
                <a:gd name="T13" fmla="*/ 262 h 265"/>
                <a:gd name="T14" fmla="*/ 88 w 177"/>
                <a:gd name="T15" fmla="*/ 265 h 265"/>
                <a:gd name="T16" fmla="*/ 88 w 177"/>
                <a:gd name="T17" fmla="*/ 12 h 265"/>
                <a:gd name="T18" fmla="*/ 12 w 177"/>
                <a:gd name="T19" fmla="*/ 89 h 265"/>
                <a:gd name="T20" fmla="*/ 88 w 177"/>
                <a:gd name="T21" fmla="*/ 248 h 265"/>
                <a:gd name="T22" fmla="*/ 165 w 177"/>
                <a:gd name="T23" fmla="*/ 89 h 265"/>
                <a:gd name="T24" fmla="*/ 88 w 177"/>
                <a:gd name="T25" fmla="*/ 12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7" h="265">
                  <a:moveTo>
                    <a:pt x="88" y="265"/>
                  </a:moveTo>
                  <a:cubicBezTo>
                    <a:pt x="88" y="265"/>
                    <a:pt x="88" y="265"/>
                    <a:pt x="88" y="265"/>
                  </a:cubicBezTo>
                  <a:cubicBezTo>
                    <a:pt x="86" y="265"/>
                    <a:pt x="84" y="264"/>
                    <a:pt x="83" y="262"/>
                  </a:cubicBezTo>
                  <a:cubicBezTo>
                    <a:pt x="80" y="257"/>
                    <a:pt x="0" y="135"/>
                    <a:pt x="0" y="89"/>
                  </a:cubicBezTo>
                  <a:cubicBezTo>
                    <a:pt x="0" y="40"/>
                    <a:pt x="40" y="0"/>
                    <a:pt x="88" y="0"/>
                  </a:cubicBezTo>
                  <a:cubicBezTo>
                    <a:pt x="137" y="0"/>
                    <a:pt x="177" y="40"/>
                    <a:pt x="177" y="89"/>
                  </a:cubicBezTo>
                  <a:cubicBezTo>
                    <a:pt x="177" y="135"/>
                    <a:pt x="97" y="257"/>
                    <a:pt x="93" y="262"/>
                  </a:cubicBezTo>
                  <a:cubicBezTo>
                    <a:pt x="92" y="264"/>
                    <a:pt x="90" y="265"/>
                    <a:pt x="88" y="265"/>
                  </a:cubicBezTo>
                  <a:close/>
                  <a:moveTo>
                    <a:pt x="88" y="12"/>
                  </a:moveTo>
                  <a:cubicBezTo>
                    <a:pt x="46" y="12"/>
                    <a:pt x="12" y="47"/>
                    <a:pt x="12" y="89"/>
                  </a:cubicBezTo>
                  <a:cubicBezTo>
                    <a:pt x="12" y="126"/>
                    <a:pt x="71" y="220"/>
                    <a:pt x="88" y="248"/>
                  </a:cubicBezTo>
                  <a:cubicBezTo>
                    <a:pt x="106" y="220"/>
                    <a:pt x="165" y="126"/>
                    <a:pt x="165" y="89"/>
                  </a:cubicBezTo>
                  <a:cubicBezTo>
                    <a:pt x="165" y="47"/>
                    <a:pt x="130" y="12"/>
                    <a:pt x="8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295" name="Freeform 143">
              <a:extLst>
                <a:ext uri="{FF2B5EF4-FFF2-40B4-BE49-F238E27FC236}">
                  <a16:creationId xmlns:a16="http://schemas.microsoft.com/office/drawing/2014/main" id="{2A0F5EEC-4050-F048-8AF4-786AD6520B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60" y="3499"/>
              <a:ext cx="426" cy="84"/>
            </a:xfrm>
            <a:custGeom>
              <a:avLst/>
              <a:gdLst>
                <a:gd name="T0" fmla="*/ 144 w 288"/>
                <a:gd name="T1" fmla="*/ 57 h 57"/>
                <a:gd name="T2" fmla="*/ 0 w 288"/>
                <a:gd name="T3" fmla="*/ 27 h 57"/>
                <a:gd name="T4" fmla="*/ 83 w 288"/>
                <a:gd name="T5" fmla="*/ 0 h 57"/>
                <a:gd name="T6" fmla="*/ 90 w 288"/>
                <a:gd name="T7" fmla="*/ 5 h 57"/>
                <a:gd name="T8" fmla="*/ 84 w 288"/>
                <a:gd name="T9" fmla="*/ 12 h 57"/>
                <a:gd name="T10" fmla="*/ 13 w 288"/>
                <a:gd name="T11" fmla="*/ 27 h 57"/>
                <a:gd name="T12" fmla="*/ 144 w 288"/>
                <a:gd name="T13" fmla="*/ 45 h 57"/>
                <a:gd name="T14" fmla="*/ 276 w 288"/>
                <a:gd name="T15" fmla="*/ 27 h 57"/>
                <a:gd name="T16" fmla="*/ 204 w 288"/>
                <a:gd name="T17" fmla="*/ 12 h 57"/>
                <a:gd name="T18" fmla="*/ 198 w 288"/>
                <a:gd name="T19" fmla="*/ 5 h 57"/>
                <a:gd name="T20" fmla="*/ 205 w 288"/>
                <a:gd name="T21" fmla="*/ 0 h 57"/>
                <a:gd name="T22" fmla="*/ 288 w 288"/>
                <a:gd name="T23" fmla="*/ 27 h 57"/>
                <a:gd name="T24" fmla="*/ 144 w 288"/>
                <a:gd name="T25" fmla="*/ 57 h 57"/>
                <a:gd name="T26" fmla="*/ 276 w 288"/>
                <a:gd name="T27" fmla="*/ 28 h 57"/>
                <a:gd name="T28" fmla="*/ 276 w 288"/>
                <a:gd name="T29" fmla="*/ 2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8" h="57">
                  <a:moveTo>
                    <a:pt x="144" y="57"/>
                  </a:moveTo>
                  <a:cubicBezTo>
                    <a:pt x="130" y="57"/>
                    <a:pt x="0" y="57"/>
                    <a:pt x="0" y="27"/>
                  </a:cubicBezTo>
                  <a:cubicBezTo>
                    <a:pt x="0" y="14"/>
                    <a:pt x="28" y="5"/>
                    <a:pt x="83" y="0"/>
                  </a:cubicBezTo>
                  <a:cubicBezTo>
                    <a:pt x="87" y="0"/>
                    <a:pt x="89" y="2"/>
                    <a:pt x="90" y="5"/>
                  </a:cubicBezTo>
                  <a:cubicBezTo>
                    <a:pt x="90" y="9"/>
                    <a:pt x="88" y="12"/>
                    <a:pt x="84" y="12"/>
                  </a:cubicBezTo>
                  <a:cubicBezTo>
                    <a:pt x="33" y="16"/>
                    <a:pt x="16" y="24"/>
                    <a:pt x="13" y="27"/>
                  </a:cubicBezTo>
                  <a:cubicBezTo>
                    <a:pt x="18" y="34"/>
                    <a:pt x="65" y="45"/>
                    <a:pt x="144" y="45"/>
                  </a:cubicBezTo>
                  <a:cubicBezTo>
                    <a:pt x="223" y="45"/>
                    <a:pt x="270" y="34"/>
                    <a:pt x="276" y="27"/>
                  </a:cubicBezTo>
                  <a:cubicBezTo>
                    <a:pt x="273" y="24"/>
                    <a:pt x="255" y="16"/>
                    <a:pt x="204" y="12"/>
                  </a:cubicBezTo>
                  <a:cubicBezTo>
                    <a:pt x="200" y="12"/>
                    <a:pt x="198" y="9"/>
                    <a:pt x="198" y="5"/>
                  </a:cubicBezTo>
                  <a:cubicBezTo>
                    <a:pt x="199" y="2"/>
                    <a:pt x="201" y="0"/>
                    <a:pt x="205" y="0"/>
                  </a:cubicBezTo>
                  <a:cubicBezTo>
                    <a:pt x="260" y="5"/>
                    <a:pt x="288" y="14"/>
                    <a:pt x="288" y="27"/>
                  </a:cubicBezTo>
                  <a:cubicBezTo>
                    <a:pt x="288" y="57"/>
                    <a:pt x="159" y="57"/>
                    <a:pt x="144" y="57"/>
                  </a:cubicBezTo>
                  <a:close/>
                  <a:moveTo>
                    <a:pt x="276" y="28"/>
                  </a:moveTo>
                  <a:cubicBezTo>
                    <a:pt x="276" y="28"/>
                    <a:pt x="276" y="28"/>
                    <a:pt x="276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</p:grpSp>
      <p:grpSp>
        <p:nvGrpSpPr>
          <p:cNvPr id="296" name="Group 265">
            <a:extLst>
              <a:ext uri="{FF2B5EF4-FFF2-40B4-BE49-F238E27FC236}">
                <a16:creationId xmlns:a16="http://schemas.microsoft.com/office/drawing/2014/main" id="{DB574722-631E-164E-AF27-0911A2FEC32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686502" y="1940477"/>
            <a:ext cx="477838" cy="478960"/>
            <a:chOff x="4480" y="2998"/>
            <a:chExt cx="426" cy="427"/>
          </a:xfrm>
          <a:solidFill>
            <a:schemeClr val="accent1"/>
          </a:solidFill>
        </p:grpSpPr>
        <p:sp>
          <p:nvSpPr>
            <p:cNvPr id="297" name="Freeform 266">
              <a:extLst>
                <a:ext uri="{FF2B5EF4-FFF2-40B4-BE49-F238E27FC236}">
                  <a16:creationId xmlns:a16="http://schemas.microsoft.com/office/drawing/2014/main" id="{B9360F8F-35A5-2948-A337-3FA5820849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80" y="2998"/>
              <a:ext cx="426" cy="427"/>
            </a:xfrm>
            <a:custGeom>
              <a:avLst/>
              <a:gdLst>
                <a:gd name="T0" fmla="*/ 144 w 288"/>
                <a:gd name="T1" fmla="*/ 288 h 288"/>
                <a:gd name="T2" fmla="*/ 0 w 288"/>
                <a:gd name="T3" fmla="*/ 141 h 288"/>
                <a:gd name="T4" fmla="*/ 138 w 288"/>
                <a:gd name="T5" fmla="*/ 0 h 288"/>
                <a:gd name="T6" fmla="*/ 144 w 288"/>
                <a:gd name="T7" fmla="*/ 0 h 288"/>
                <a:gd name="T8" fmla="*/ 288 w 288"/>
                <a:gd name="T9" fmla="*/ 143 h 288"/>
                <a:gd name="T10" fmla="*/ 144 w 288"/>
                <a:gd name="T11" fmla="*/ 288 h 288"/>
                <a:gd name="T12" fmla="*/ 144 w 288"/>
                <a:gd name="T13" fmla="*/ 12 h 288"/>
                <a:gd name="T14" fmla="*/ 139 w 288"/>
                <a:gd name="T15" fmla="*/ 12 h 288"/>
                <a:gd name="T16" fmla="*/ 12 w 288"/>
                <a:gd name="T17" fmla="*/ 141 h 288"/>
                <a:gd name="T18" fmla="*/ 144 w 288"/>
                <a:gd name="T19" fmla="*/ 276 h 288"/>
                <a:gd name="T20" fmla="*/ 276 w 288"/>
                <a:gd name="T21" fmla="*/ 143 h 288"/>
                <a:gd name="T22" fmla="*/ 144 w 288"/>
                <a:gd name="T23" fmla="*/ 12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8" h="288">
                  <a:moveTo>
                    <a:pt x="144" y="288"/>
                  </a:moveTo>
                  <a:cubicBezTo>
                    <a:pt x="65" y="288"/>
                    <a:pt x="0" y="222"/>
                    <a:pt x="0" y="141"/>
                  </a:cubicBezTo>
                  <a:cubicBezTo>
                    <a:pt x="0" y="64"/>
                    <a:pt x="60" y="3"/>
                    <a:pt x="138" y="0"/>
                  </a:cubicBezTo>
                  <a:cubicBezTo>
                    <a:pt x="140" y="0"/>
                    <a:pt x="142" y="0"/>
                    <a:pt x="144" y="0"/>
                  </a:cubicBezTo>
                  <a:cubicBezTo>
                    <a:pt x="224" y="0"/>
                    <a:pt x="288" y="64"/>
                    <a:pt x="288" y="143"/>
                  </a:cubicBezTo>
                  <a:cubicBezTo>
                    <a:pt x="288" y="223"/>
                    <a:pt x="224" y="288"/>
                    <a:pt x="144" y="288"/>
                  </a:cubicBezTo>
                  <a:close/>
                  <a:moveTo>
                    <a:pt x="144" y="12"/>
                  </a:moveTo>
                  <a:cubicBezTo>
                    <a:pt x="143" y="12"/>
                    <a:pt x="141" y="12"/>
                    <a:pt x="139" y="12"/>
                  </a:cubicBezTo>
                  <a:cubicBezTo>
                    <a:pt x="67" y="15"/>
                    <a:pt x="12" y="70"/>
                    <a:pt x="12" y="141"/>
                  </a:cubicBezTo>
                  <a:cubicBezTo>
                    <a:pt x="12" y="215"/>
                    <a:pt x="71" y="276"/>
                    <a:pt x="144" y="276"/>
                  </a:cubicBezTo>
                  <a:cubicBezTo>
                    <a:pt x="217" y="276"/>
                    <a:pt x="276" y="216"/>
                    <a:pt x="276" y="143"/>
                  </a:cubicBezTo>
                  <a:cubicBezTo>
                    <a:pt x="276" y="71"/>
                    <a:pt x="217" y="12"/>
                    <a:pt x="1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298" name="Freeform 267">
              <a:extLst>
                <a:ext uri="{FF2B5EF4-FFF2-40B4-BE49-F238E27FC236}">
                  <a16:creationId xmlns:a16="http://schemas.microsoft.com/office/drawing/2014/main" id="{D12E7AA0-6D6F-1C44-A651-D3A086359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3001"/>
              <a:ext cx="123" cy="419"/>
            </a:xfrm>
            <a:custGeom>
              <a:avLst/>
              <a:gdLst>
                <a:gd name="T0" fmla="*/ 74 w 83"/>
                <a:gd name="T1" fmla="*/ 283 h 283"/>
                <a:gd name="T2" fmla="*/ 74 w 83"/>
                <a:gd name="T3" fmla="*/ 0 h 283"/>
                <a:gd name="T4" fmla="*/ 83 w 83"/>
                <a:gd name="T5" fmla="*/ 8 h 283"/>
                <a:gd name="T6" fmla="*/ 83 w 83"/>
                <a:gd name="T7" fmla="*/ 276 h 283"/>
                <a:gd name="T8" fmla="*/ 74 w 83"/>
                <a:gd name="T9" fmla="*/ 283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283">
                  <a:moveTo>
                    <a:pt x="74" y="283"/>
                  </a:moveTo>
                  <a:cubicBezTo>
                    <a:pt x="0" y="186"/>
                    <a:pt x="1" y="80"/>
                    <a:pt x="74" y="0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13" y="84"/>
                    <a:pt x="13" y="182"/>
                    <a:pt x="83" y="276"/>
                  </a:cubicBezTo>
                  <a:lnTo>
                    <a:pt x="74" y="28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299" name="Freeform 268">
              <a:extLst>
                <a:ext uri="{FF2B5EF4-FFF2-40B4-BE49-F238E27FC236}">
                  <a16:creationId xmlns:a16="http://schemas.microsoft.com/office/drawing/2014/main" id="{106A933E-5559-2E41-A345-731A2E0F8E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6" y="3001"/>
              <a:ext cx="123" cy="419"/>
            </a:xfrm>
            <a:custGeom>
              <a:avLst/>
              <a:gdLst>
                <a:gd name="T0" fmla="*/ 9 w 83"/>
                <a:gd name="T1" fmla="*/ 283 h 283"/>
                <a:gd name="T2" fmla="*/ 0 w 83"/>
                <a:gd name="T3" fmla="*/ 276 h 283"/>
                <a:gd name="T4" fmla="*/ 0 w 83"/>
                <a:gd name="T5" fmla="*/ 8 h 283"/>
                <a:gd name="T6" fmla="*/ 9 w 83"/>
                <a:gd name="T7" fmla="*/ 0 h 283"/>
                <a:gd name="T8" fmla="*/ 9 w 83"/>
                <a:gd name="T9" fmla="*/ 283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283">
                  <a:moveTo>
                    <a:pt x="9" y="283"/>
                  </a:moveTo>
                  <a:cubicBezTo>
                    <a:pt x="0" y="276"/>
                    <a:pt x="0" y="276"/>
                    <a:pt x="0" y="276"/>
                  </a:cubicBezTo>
                  <a:cubicBezTo>
                    <a:pt x="70" y="182"/>
                    <a:pt x="70" y="84"/>
                    <a:pt x="0" y="8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2" y="80"/>
                    <a:pt x="83" y="186"/>
                    <a:pt x="9" y="2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00" name="Rectangle 269">
              <a:extLst>
                <a:ext uri="{FF2B5EF4-FFF2-40B4-BE49-F238E27FC236}">
                  <a16:creationId xmlns:a16="http://schemas.microsoft.com/office/drawing/2014/main" id="{9C2B5A47-940D-EA48-BAA9-4D26EB1A3E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6" y="3300"/>
              <a:ext cx="356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01" name="Rectangle 270">
              <a:extLst>
                <a:ext uri="{FF2B5EF4-FFF2-40B4-BE49-F238E27FC236}">
                  <a16:creationId xmlns:a16="http://schemas.microsoft.com/office/drawing/2014/main" id="{C426CD1A-3E99-F54E-9271-6DE70CA75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3" y="3087"/>
              <a:ext cx="339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02" name="Rectangle 271">
              <a:extLst>
                <a:ext uri="{FF2B5EF4-FFF2-40B4-BE49-F238E27FC236}">
                  <a16:creationId xmlns:a16="http://schemas.microsoft.com/office/drawing/2014/main" id="{B3811124-B17C-D94B-8AD1-A4CCDE5EA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3194"/>
              <a:ext cx="408" cy="1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</p:grpSp>
      <p:grpSp>
        <p:nvGrpSpPr>
          <p:cNvPr id="303" name="Group 92">
            <a:extLst>
              <a:ext uri="{FF2B5EF4-FFF2-40B4-BE49-F238E27FC236}">
                <a16:creationId xmlns:a16="http://schemas.microsoft.com/office/drawing/2014/main" id="{31B23D09-8735-2E48-9CB2-8770D647F10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560155" y="5528336"/>
            <a:ext cx="578644" cy="412766"/>
            <a:chOff x="341" y="1769"/>
            <a:chExt cx="450" cy="321"/>
          </a:xfrm>
          <a:solidFill>
            <a:schemeClr val="accent1"/>
          </a:solidFill>
        </p:grpSpPr>
        <p:sp>
          <p:nvSpPr>
            <p:cNvPr id="304" name="Freeform 93">
              <a:extLst>
                <a:ext uri="{FF2B5EF4-FFF2-40B4-BE49-F238E27FC236}">
                  <a16:creationId xmlns:a16="http://schemas.microsoft.com/office/drawing/2014/main" id="{D6BFE993-EF88-464D-8FCD-289EC0330F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7" y="1923"/>
              <a:ext cx="101" cy="167"/>
            </a:xfrm>
            <a:custGeom>
              <a:avLst/>
              <a:gdLst>
                <a:gd name="T0" fmla="*/ 68 w 68"/>
                <a:gd name="T1" fmla="*/ 14 h 113"/>
                <a:gd name="T2" fmla="*/ 54 w 68"/>
                <a:gd name="T3" fmla="*/ 0 h 113"/>
                <a:gd name="T4" fmla="*/ 13 w 68"/>
                <a:gd name="T5" fmla="*/ 0 h 113"/>
                <a:gd name="T6" fmla="*/ 0 w 68"/>
                <a:gd name="T7" fmla="*/ 14 h 113"/>
                <a:gd name="T8" fmla="*/ 0 w 68"/>
                <a:gd name="T9" fmla="*/ 100 h 113"/>
                <a:gd name="T10" fmla="*/ 13 w 68"/>
                <a:gd name="T11" fmla="*/ 113 h 113"/>
                <a:gd name="T12" fmla="*/ 54 w 68"/>
                <a:gd name="T13" fmla="*/ 113 h 113"/>
                <a:gd name="T14" fmla="*/ 68 w 68"/>
                <a:gd name="T15" fmla="*/ 100 h 113"/>
                <a:gd name="T16" fmla="*/ 68 w 68"/>
                <a:gd name="T17" fmla="*/ 14 h 113"/>
                <a:gd name="T18" fmla="*/ 58 w 68"/>
                <a:gd name="T19" fmla="*/ 100 h 113"/>
                <a:gd name="T20" fmla="*/ 54 w 68"/>
                <a:gd name="T21" fmla="*/ 104 h 113"/>
                <a:gd name="T22" fmla="*/ 13 w 68"/>
                <a:gd name="T23" fmla="*/ 104 h 113"/>
                <a:gd name="T24" fmla="*/ 9 w 68"/>
                <a:gd name="T25" fmla="*/ 100 h 113"/>
                <a:gd name="T26" fmla="*/ 9 w 68"/>
                <a:gd name="T27" fmla="*/ 90 h 113"/>
                <a:gd name="T28" fmla="*/ 58 w 68"/>
                <a:gd name="T29" fmla="*/ 90 h 113"/>
                <a:gd name="T30" fmla="*/ 58 w 68"/>
                <a:gd name="T31" fmla="*/ 100 h 113"/>
                <a:gd name="T32" fmla="*/ 58 w 68"/>
                <a:gd name="T33" fmla="*/ 81 h 113"/>
                <a:gd name="T34" fmla="*/ 9 w 68"/>
                <a:gd name="T35" fmla="*/ 81 h 113"/>
                <a:gd name="T36" fmla="*/ 9 w 68"/>
                <a:gd name="T37" fmla="*/ 31 h 113"/>
                <a:gd name="T38" fmla="*/ 58 w 68"/>
                <a:gd name="T39" fmla="*/ 31 h 113"/>
                <a:gd name="T40" fmla="*/ 58 w 68"/>
                <a:gd name="T41" fmla="*/ 81 h 113"/>
                <a:gd name="T42" fmla="*/ 58 w 68"/>
                <a:gd name="T43" fmla="*/ 22 h 113"/>
                <a:gd name="T44" fmla="*/ 9 w 68"/>
                <a:gd name="T45" fmla="*/ 22 h 113"/>
                <a:gd name="T46" fmla="*/ 9 w 68"/>
                <a:gd name="T47" fmla="*/ 14 h 113"/>
                <a:gd name="T48" fmla="*/ 13 w 68"/>
                <a:gd name="T49" fmla="*/ 9 h 113"/>
                <a:gd name="T50" fmla="*/ 54 w 68"/>
                <a:gd name="T51" fmla="*/ 9 h 113"/>
                <a:gd name="T52" fmla="*/ 58 w 68"/>
                <a:gd name="T53" fmla="*/ 14 h 113"/>
                <a:gd name="T54" fmla="*/ 58 w 68"/>
                <a:gd name="T55" fmla="*/ 22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8" h="113">
                  <a:moveTo>
                    <a:pt x="68" y="14"/>
                  </a:moveTo>
                  <a:cubicBezTo>
                    <a:pt x="68" y="6"/>
                    <a:pt x="62" y="0"/>
                    <a:pt x="5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7"/>
                    <a:pt x="6" y="113"/>
                    <a:pt x="13" y="113"/>
                  </a:cubicBezTo>
                  <a:cubicBezTo>
                    <a:pt x="54" y="113"/>
                    <a:pt x="54" y="113"/>
                    <a:pt x="54" y="113"/>
                  </a:cubicBezTo>
                  <a:cubicBezTo>
                    <a:pt x="62" y="113"/>
                    <a:pt x="68" y="107"/>
                    <a:pt x="68" y="100"/>
                  </a:cubicBezTo>
                  <a:lnTo>
                    <a:pt x="68" y="14"/>
                  </a:lnTo>
                  <a:close/>
                  <a:moveTo>
                    <a:pt x="58" y="100"/>
                  </a:moveTo>
                  <a:cubicBezTo>
                    <a:pt x="58" y="102"/>
                    <a:pt x="56" y="104"/>
                    <a:pt x="54" y="104"/>
                  </a:cubicBezTo>
                  <a:cubicBezTo>
                    <a:pt x="13" y="104"/>
                    <a:pt x="13" y="104"/>
                    <a:pt x="13" y="104"/>
                  </a:cubicBezTo>
                  <a:cubicBezTo>
                    <a:pt x="11" y="104"/>
                    <a:pt x="9" y="102"/>
                    <a:pt x="9" y="100"/>
                  </a:cubicBezTo>
                  <a:cubicBezTo>
                    <a:pt x="9" y="90"/>
                    <a:pt x="9" y="90"/>
                    <a:pt x="9" y="90"/>
                  </a:cubicBezTo>
                  <a:cubicBezTo>
                    <a:pt x="58" y="90"/>
                    <a:pt x="58" y="90"/>
                    <a:pt x="58" y="90"/>
                  </a:cubicBezTo>
                  <a:lnTo>
                    <a:pt x="58" y="100"/>
                  </a:lnTo>
                  <a:close/>
                  <a:moveTo>
                    <a:pt x="58" y="81"/>
                  </a:moveTo>
                  <a:cubicBezTo>
                    <a:pt x="9" y="81"/>
                    <a:pt x="9" y="81"/>
                    <a:pt x="9" y="81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58" y="31"/>
                    <a:pt x="58" y="31"/>
                    <a:pt x="58" y="31"/>
                  </a:cubicBezTo>
                  <a:lnTo>
                    <a:pt x="58" y="81"/>
                  </a:lnTo>
                  <a:close/>
                  <a:moveTo>
                    <a:pt x="58" y="22"/>
                  </a:moveTo>
                  <a:cubicBezTo>
                    <a:pt x="9" y="22"/>
                    <a:pt x="9" y="22"/>
                    <a:pt x="9" y="22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1"/>
                    <a:pt x="11" y="9"/>
                    <a:pt x="13" y="9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6" y="9"/>
                    <a:pt x="58" y="11"/>
                    <a:pt x="58" y="14"/>
                  </a:cubicBezTo>
                  <a:lnTo>
                    <a:pt x="58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05" name="Freeform 94">
              <a:extLst>
                <a:ext uri="{FF2B5EF4-FFF2-40B4-BE49-F238E27FC236}">
                  <a16:creationId xmlns:a16="http://schemas.microsoft.com/office/drawing/2014/main" id="{37409101-31C8-E04F-8744-C456BF4053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" y="1806"/>
              <a:ext cx="321" cy="194"/>
            </a:xfrm>
            <a:custGeom>
              <a:avLst/>
              <a:gdLst>
                <a:gd name="T0" fmla="*/ 217 w 217"/>
                <a:gd name="T1" fmla="*/ 5 h 131"/>
                <a:gd name="T2" fmla="*/ 212 w 217"/>
                <a:gd name="T3" fmla="*/ 0 h 131"/>
                <a:gd name="T4" fmla="*/ 5 w 217"/>
                <a:gd name="T5" fmla="*/ 0 h 131"/>
                <a:gd name="T6" fmla="*/ 0 w 217"/>
                <a:gd name="T7" fmla="*/ 5 h 131"/>
                <a:gd name="T8" fmla="*/ 0 w 217"/>
                <a:gd name="T9" fmla="*/ 29 h 131"/>
                <a:gd name="T10" fmla="*/ 10 w 217"/>
                <a:gd name="T11" fmla="*/ 29 h 131"/>
                <a:gd name="T12" fmla="*/ 10 w 217"/>
                <a:gd name="T13" fmla="*/ 10 h 131"/>
                <a:gd name="T14" fmla="*/ 207 w 217"/>
                <a:gd name="T15" fmla="*/ 10 h 131"/>
                <a:gd name="T16" fmla="*/ 207 w 217"/>
                <a:gd name="T17" fmla="*/ 121 h 131"/>
                <a:gd name="T18" fmla="*/ 97 w 217"/>
                <a:gd name="T19" fmla="*/ 121 h 131"/>
                <a:gd name="T20" fmla="*/ 97 w 217"/>
                <a:gd name="T21" fmla="*/ 131 h 131"/>
                <a:gd name="T22" fmla="*/ 212 w 217"/>
                <a:gd name="T23" fmla="*/ 131 h 131"/>
                <a:gd name="T24" fmla="*/ 217 w 217"/>
                <a:gd name="T25" fmla="*/ 126 h 131"/>
                <a:gd name="T26" fmla="*/ 217 w 217"/>
                <a:gd name="T27" fmla="*/ 5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7" h="131">
                  <a:moveTo>
                    <a:pt x="217" y="5"/>
                  </a:moveTo>
                  <a:cubicBezTo>
                    <a:pt x="217" y="2"/>
                    <a:pt x="215" y="0"/>
                    <a:pt x="21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07" y="10"/>
                    <a:pt x="207" y="10"/>
                    <a:pt x="207" y="10"/>
                  </a:cubicBezTo>
                  <a:cubicBezTo>
                    <a:pt x="207" y="121"/>
                    <a:pt x="207" y="121"/>
                    <a:pt x="207" y="121"/>
                  </a:cubicBezTo>
                  <a:cubicBezTo>
                    <a:pt x="97" y="121"/>
                    <a:pt x="97" y="121"/>
                    <a:pt x="97" y="121"/>
                  </a:cubicBezTo>
                  <a:cubicBezTo>
                    <a:pt x="97" y="131"/>
                    <a:pt x="97" y="131"/>
                    <a:pt x="97" y="131"/>
                  </a:cubicBezTo>
                  <a:cubicBezTo>
                    <a:pt x="212" y="131"/>
                    <a:pt x="212" y="131"/>
                    <a:pt x="212" y="131"/>
                  </a:cubicBezTo>
                  <a:cubicBezTo>
                    <a:pt x="215" y="131"/>
                    <a:pt x="217" y="129"/>
                    <a:pt x="217" y="126"/>
                  </a:cubicBezTo>
                  <a:lnTo>
                    <a:pt x="217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06" name="Freeform 95">
              <a:extLst>
                <a:ext uri="{FF2B5EF4-FFF2-40B4-BE49-F238E27FC236}">
                  <a16:creationId xmlns:a16="http://schemas.microsoft.com/office/drawing/2014/main" id="{844F5876-66F7-7740-8476-CDBA4D0E8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" y="1769"/>
              <a:ext cx="409" cy="321"/>
            </a:xfrm>
            <a:custGeom>
              <a:avLst/>
              <a:gdLst>
                <a:gd name="T0" fmla="*/ 272 w 277"/>
                <a:gd name="T1" fmla="*/ 171 h 217"/>
                <a:gd name="T2" fmla="*/ 265 w 277"/>
                <a:gd name="T3" fmla="*/ 171 h 217"/>
                <a:gd name="T4" fmla="*/ 265 w 277"/>
                <a:gd name="T5" fmla="*/ 24 h 217"/>
                <a:gd name="T6" fmla="*/ 242 w 277"/>
                <a:gd name="T7" fmla="*/ 0 h 217"/>
                <a:gd name="T8" fmla="*/ 23 w 277"/>
                <a:gd name="T9" fmla="*/ 0 h 217"/>
                <a:gd name="T10" fmla="*/ 0 w 277"/>
                <a:gd name="T11" fmla="*/ 24 h 217"/>
                <a:gd name="T12" fmla="*/ 0 w 277"/>
                <a:gd name="T13" fmla="*/ 54 h 217"/>
                <a:gd name="T14" fmla="*/ 10 w 277"/>
                <a:gd name="T15" fmla="*/ 54 h 217"/>
                <a:gd name="T16" fmla="*/ 10 w 277"/>
                <a:gd name="T17" fmla="*/ 24 h 217"/>
                <a:gd name="T18" fmla="*/ 23 w 277"/>
                <a:gd name="T19" fmla="*/ 10 h 217"/>
                <a:gd name="T20" fmla="*/ 242 w 277"/>
                <a:gd name="T21" fmla="*/ 10 h 217"/>
                <a:gd name="T22" fmla="*/ 255 w 277"/>
                <a:gd name="T23" fmla="*/ 24 h 217"/>
                <a:gd name="T24" fmla="*/ 255 w 277"/>
                <a:gd name="T25" fmla="*/ 171 h 217"/>
                <a:gd name="T26" fmla="*/ 163 w 277"/>
                <a:gd name="T27" fmla="*/ 171 h 217"/>
                <a:gd name="T28" fmla="*/ 158 w 277"/>
                <a:gd name="T29" fmla="*/ 176 h 217"/>
                <a:gd name="T30" fmla="*/ 158 w 277"/>
                <a:gd name="T31" fmla="*/ 183 h 217"/>
                <a:gd name="T32" fmla="*/ 121 w 277"/>
                <a:gd name="T33" fmla="*/ 183 h 217"/>
                <a:gd name="T34" fmla="*/ 121 w 277"/>
                <a:gd name="T35" fmla="*/ 193 h 217"/>
                <a:gd name="T36" fmla="*/ 163 w 277"/>
                <a:gd name="T37" fmla="*/ 193 h 217"/>
                <a:gd name="T38" fmla="*/ 168 w 277"/>
                <a:gd name="T39" fmla="*/ 188 h 217"/>
                <a:gd name="T40" fmla="*/ 168 w 277"/>
                <a:gd name="T41" fmla="*/ 181 h 217"/>
                <a:gd name="T42" fmla="*/ 267 w 277"/>
                <a:gd name="T43" fmla="*/ 181 h 217"/>
                <a:gd name="T44" fmla="*/ 267 w 277"/>
                <a:gd name="T45" fmla="*/ 200 h 217"/>
                <a:gd name="T46" fmla="*/ 260 w 277"/>
                <a:gd name="T47" fmla="*/ 207 h 217"/>
                <a:gd name="T48" fmla="*/ 121 w 277"/>
                <a:gd name="T49" fmla="*/ 207 h 217"/>
                <a:gd name="T50" fmla="*/ 121 w 277"/>
                <a:gd name="T51" fmla="*/ 208 h 217"/>
                <a:gd name="T52" fmla="*/ 117 w 277"/>
                <a:gd name="T53" fmla="*/ 216 h 217"/>
                <a:gd name="T54" fmla="*/ 116 w 277"/>
                <a:gd name="T55" fmla="*/ 217 h 217"/>
                <a:gd name="T56" fmla="*/ 260 w 277"/>
                <a:gd name="T57" fmla="*/ 217 h 217"/>
                <a:gd name="T58" fmla="*/ 277 w 277"/>
                <a:gd name="T59" fmla="*/ 200 h 217"/>
                <a:gd name="T60" fmla="*/ 277 w 277"/>
                <a:gd name="T61" fmla="*/ 176 h 217"/>
                <a:gd name="T62" fmla="*/ 272 w 277"/>
                <a:gd name="T63" fmla="*/ 171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7" h="217">
                  <a:moveTo>
                    <a:pt x="272" y="171"/>
                  </a:moveTo>
                  <a:cubicBezTo>
                    <a:pt x="265" y="171"/>
                    <a:pt x="265" y="171"/>
                    <a:pt x="265" y="171"/>
                  </a:cubicBezTo>
                  <a:cubicBezTo>
                    <a:pt x="265" y="24"/>
                    <a:pt x="265" y="24"/>
                    <a:pt x="265" y="24"/>
                  </a:cubicBezTo>
                  <a:cubicBezTo>
                    <a:pt x="265" y="11"/>
                    <a:pt x="255" y="0"/>
                    <a:pt x="242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0" y="0"/>
                    <a:pt x="0" y="11"/>
                    <a:pt x="0" y="2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10" y="54"/>
                    <a:pt x="10" y="54"/>
                    <a:pt x="10" y="5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16"/>
                    <a:pt x="16" y="10"/>
                    <a:pt x="23" y="10"/>
                  </a:cubicBezTo>
                  <a:cubicBezTo>
                    <a:pt x="242" y="10"/>
                    <a:pt x="242" y="10"/>
                    <a:pt x="242" y="10"/>
                  </a:cubicBezTo>
                  <a:cubicBezTo>
                    <a:pt x="249" y="10"/>
                    <a:pt x="255" y="16"/>
                    <a:pt x="255" y="24"/>
                  </a:cubicBezTo>
                  <a:cubicBezTo>
                    <a:pt x="255" y="171"/>
                    <a:pt x="255" y="171"/>
                    <a:pt x="255" y="171"/>
                  </a:cubicBezTo>
                  <a:cubicBezTo>
                    <a:pt x="163" y="171"/>
                    <a:pt x="163" y="171"/>
                    <a:pt x="163" y="171"/>
                  </a:cubicBezTo>
                  <a:cubicBezTo>
                    <a:pt x="160" y="171"/>
                    <a:pt x="158" y="173"/>
                    <a:pt x="158" y="176"/>
                  </a:cubicBezTo>
                  <a:cubicBezTo>
                    <a:pt x="158" y="183"/>
                    <a:pt x="158" y="183"/>
                    <a:pt x="158" y="183"/>
                  </a:cubicBezTo>
                  <a:cubicBezTo>
                    <a:pt x="121" y="183"/>
                    <a:pt x="121" y="183"/>
                    <a:pt x="121" y="183"/>
                  </a:cubicBezTo>
                  <a:cubicBezTo>
                    <a:pt x="121" y="193"/>
                    <a:pt x="121" y="193"/>
                    <a:pt x="121" y="193"/>
                  </a:cubicBezTo>
                  <a:cubicBezTo>
                    <a:pt x="163" y="193"/>
                    <a:pt x="163" y="193"/>
                    <a:pt x="163" y="193"/>
                  </a:cubicBezTo>
                  <a:cubicBezTo>
                    <a:pt x="166" y="193"/>
                    <a:pt x="168" y="191"/>
                    <a:pt x="168" y="188"/>
                  </a:cubicBezTo>
                  <a:cubicBezTo>
                    <a:pt x="168" y="181"/>
                    <a:pt x="168" y="181"/>
                    <a:pt x="168" y="181"/>
                  </a:cubicBezTo>
                  <a:cubicBezTo>
                    <a:pt x="267" y="181"/>
                    <a:pt x="267" y="181"/>
                    <a:pt x="267" y="181"/>
                  </a:cubicBezTo>
                  <a:cubicBezTo>
                    <a:pt x="267" y="200"/>
                    <a:pt x="267" y="200"/>
                    <a:pt x="267" y="200"/>
                  </a:cubicBezTo>
                  <a:cubicBezTo>
                    <a:pt x="267" y="204"/>
                    <a:pt x="264" y="207"/>
                    <a:pt x="260" y="207"/>
                  </a:cubicBezTo>
                  <a:cubicBezTo>
                    <a:pt x="121" y="207"/>
                    <a:pt x="121" y="207"/>
                    <a:pt x="121" y="207"/>
                  </a:cubicBezTo>
                  <a:cubicBezTo>
                    <a:pt x="121" y="208"/>
                    <a:pt x="121" y="208"/>
                    <a:pt x="121" y="208"/>
                  </a:cubicBezTo>
                  <a:cubicBezTo>
                    <a:pt x="120" y="211"/>
                    <a:pt x="119" y="213"/>
                    <a:pt x="117" y="216"/>
                  </a:cubicBezTo>
                  <a:cubicBezTo>
                    <a:pt x="116" y="217"/>
                    <a:pt x="116" y="217"/>
                    <a:pt x="116" y="217"/>
                  </a:cubicBezTo>
                  <a:cubicBezTo>
                    <a:pt x="260" y="217"/>
                    <a:pt x="260" y="217"/>
                    <a:pt x="260" y="217"/>
                  </a:cubicBezTo>
                  <a:cubicBezTo>
                    <a:pt x="270" y="217"/>
                    <a:pt x="277" y="209"/>
                    <a:pt x="277" y="200"/>
                  </a:cubicBezTo>
                  <a:cubicBezTo>
                    <a:pt x="277" y="176"/>
                    <a:pt x="277" y="176"/>
                    <a:pt x="277" y="176"/>
                  </a:cubicBezTo>
                  <a:cubicBezTo>
                    <a:pt x="277" y="173"/>
                    <a:pt x="275" y="171"/>
                    <a:pt x="272" y="17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07" name="Freeform 96">
              <a:extLst>
                <a:ext uri="{FF2B5EF4-FFF2-40B4-BE49-F238E27FC236}">
                  <a16:creationId xmlns:a16="http://schemas.microsoft.com/office/drawing/2014/main" id="{A289E8F4-C028-6148-B109-3D339897DC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" y="1895"/>
              <a:ext cx="115" cy="154"/>
            </a:xfrm>
            <a:custGeom>
              <a:avLst/>
              <a:gdLst>
                <a:gd name="T0" fmla="*/ 78 w 78"/>
                <a:gd name="T1" fmla="*/ 9 h 104"/>
                <a:gd name="T2" fmla="*/ 78 w 78"/>
                <a:gd name="T3" fmla="*/ 5 h 104"/>
                <a:gd name="T4" fmla="*/ 73 w 78"/>
                <a:gd name="T5" fmla="*/ 0 h 104"/>
                <a:gd name="T6" fmla="*/ 5 w 78"/>
                <a:gd name="T7" fmla="*/ 0 h 104"/>
                <a:gd name="T8" fmla="*/ 0 w 78"/>
                <a:gd name="T9" fmla="*/ 5 h 104"/>
                <a:gd name="T10" fmla="*/ 0 w 78"/>
                <a:gd name="T11" fmla="*/ 100 h 104"/>
                <a:gd name="T12" fmla="*/ 5 w 78"/>
                <a:gd name="T13" fmla="*/ 104 h 104"/>
                <a:gd name="T14" fmla="*/ 43 w 78"/>
                <a:gd name="T15" fmla="*/ 104 h 104"/>
                <a:gd name="T16" fmla="*/ 43 w 78"/>
                <a:gd name="T17" fmla="*/ 95 h 104"/>
                <a:gd name="T18" fmla="*/ 10 w 78"/>
                <a:gd name="T19" fmla="*/ 95 h 104"/>
                <a:gd name="T20" fmla="*/ 10 w 78"/>
                <a:gd name="T21" fmla="*/ 9 h 104"/>
                <a:gd name="T22" fmla="*/ 78 w 78"/>
                <a:gd name="T23" fmla="*/ 9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8" h="104">
                  <a:moveTo>
                    <a:pt x="78" y="9"/>
                  </a:moveTo>
                  <a:cubicBezTo>
                    <a:pt x="78" y="5"/>
                    <a:pt x="78" y="5"/>
                    <a:pt x="78" y="5"/>
                  </a:cubicBezTo>
                  <a:cubicBezTo>
                    <a:pt x="78" y="2"/>
                    <a:pt x="76" y="0"/>
                    <a:pt x="7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0"/>
                    <a:pt x="0" y="2"/>
                    <a:pt x="0" y="5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2"/>
                    <a:pt x="3" y="104"/>
                    <a:pt x="5" y="104"/>
                  </a:cubicBezTo>
                  <a:cubicBezTo>
                    <a:pt x="43" y="104"/>
                    <a:pt x="43" y="104"/>
                    <a:pt x="43" y="104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10" y="95"/>
                    <a:pt x="10" y="95"/>
                    <a:pt x="10" y="95"/>
                  </a:cubicBezTo>
                  <a:cubicBezTo>
                    <a:pt x="10" y="9"/>
                    <a:pt x="10" y="9"/>
                    <a:pt x="10" y="9"/>
                  </a:cubicBezTo>
                  <a:lnTo>
                    <a:pt x="7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08" name="Freeform 97">
              <a:extLst>
                <a:ext uri="{FF2B5EF4-FFF2-40B4-BE49-F238E27FC236}">
                  <a16:creationId xmlns:a16="http://schemas.microsoft.com/office/drawing/2014/main" id="{30B1422A-1FC0-E644-86CF-3A9C1C0E70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" y="1864"/>
              <a:ext cx="171" cy="226"/>
            </a:xfrm>
            <a:custGeom>
              <a:avLst/>
              <a:gdLst>
                <a:gd name="T0" fmla="*/ 99 w 116"/>
                <a:gd name="T1" fmla="*/ 9 h 153"/>
                <a:gd name="T2" fmla="*/ 106 w 116"/>
                <a:gd name="T3" fmla="*/ 17 h 153"/>
                <a:gd name="T4" fmla="*/ 106 w 116"/>
                <a:gd name="T5" fmla="*/ 31 h 153"/>
                <a:gd name="T6" fmla="*/ 116 w 116"/>
                <a:gd name="T7" fmla="*/ 31 h 153"/>
                <a:gd name="T8" fmla="*/ 116 w 116"/>
                <a:gd name="T9" fmla="*/ 17 h 153"/>
                <a:gd name="T10" fmla="*/ 99 w 116"/>
                <a:gd name="T11" fmla="*/ 0 h 153"/>
                <a:gd name="T12" fmla="*/ 17 w 116"/>
                <a:gd name="T13" fmla="*/ 0 h 153"/>
                <a:gd name="T14" fmla="*/ 0 w 116"/>
                <a:gd name="T15" fmla="*/ 17 h 153"/>
                <a:gd name="T16" fmla="*/ 0 w 116"/>
                <a:gd name="T17" fmla="*/ 136 h 153"/>
                <a:gd name="T18" fmla="*/ 17 w 116"/>
                <a:gd name="T19" fmla="*/ 153 h 153"/>
                <a:gd name="T20" fmla="*/ 68 w 116"/>
                <a:gd name="T21" fmla="*/ 153 h 153"/>
                <a:gd name="T22" fmla="*/ 67 w 116"/>
                <a:gd name="T23" fmla="*/ 152 h 153"/>
                <a:gd name="T24" fmla="*/ 63 w 116"/>
                <a:gd name="T25" fmla="*/ 144 h 153"/>
                <a:gd name="T26" fmla="*/ 63 w 116"/>
                <a:gd name="T27" fmla="*/ 144 h 153"/>
                <a:gd name="T28" fmla="*/ 17 w 116"/>
                <a:gd name="T29" fmla="*/ 144 h 153"/>
                <a:gd name="T30" fmla="*/ 10 w 116"/>
                <a:gd name="T31" fmla="*/ 136 h 153"/>
                <a:gd name="T32" fmla="*/ 10 w 116"/>
                <a:gd name="T33" fmla="*/ 17 h 153"/>
                <a:gd name="T34" fmla="*/ 17 w 116"/>
                <a:gd name="T35" fmla="*/ 9 h 153"/>
                <a:gd name="T36" fmla="*/ 99 w 116"/>
                <a:gd name="T37" fmla="*/ 9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6" h="153">
                  <a:moveTo>
                    <a:pt x="99" y="9"/>
                  </a:moveTo>
                  <a:cubicBezTo>
                    <a:pt x="103" y="9"/>
                    <a:pt x="106" y="13"/>
                    <a:pt x="106" y="17"/>
                  </a:cubicBezTo>
                  <a:cubicBezTo>
                    <a:pt x="106" y="31"/>
                    <a:pt x="106" y="31"/>
                    <a:pt x="106" y="31"/>
                  </a:cubicBezTo>
                  <a:cubicBezTo>
                    <a:pt x="116" y="31"/>
                    <a:pt x="116" y="31"/>
                    <a:pt x="116" y="31"/>
                  </a:cubicBezTo>
                  <a:cubicBezTo>
                    <a:pt x="116" y="17"/>
                    <a:pt x="116" y="17"/>
                    <a:pt x="116" y="17"/>
                  </a:cubicBezTo>
                  <a:cubicBezTo>
                    <a:pt x="116" y="7"/>
                    <a:pt x="108" y="0"/>
                    <a:pt x="99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7"/>
                    <a:pt x="0" y="17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0" y="145"/>
                    <a:pt x="8" y="153"/>
                    <a:pt x="17" y="153"/>
                  </a:cubicBezTo>
                  <a:cubicBezTo>
                    <a:pt x="68" y="153"/>
                    <a:pt x="68" y="153"/>
                    <a:pt x="68" y="153"/>
                  </a:cubicBezTo>
                  <a:cubicBezTo>
                    <a:pt x="67" y="152"/>
                    <a:pt x="67" y="152"/>
                    <a:pt x="67" y="152"/>
                  </a:cubicBezTo>
                  <a:cubicBezTo>
                    <a:pt x="65" y="150"/>
                    <a:pt x="64" y="147"/>
                    <a:pt x="63" y="144"/>
                  </a:cubicBezTo>
                  <a:cubicBezTo>
                    <a:pt x="63" y="144"/>
                    <a:pt x="63" y="144"/>
                    <a:pt x="63" y="144"/>
                  </a:cubicBezTo>
                  <a:cubicBezTo>
                    <a:pt x="17" y="144"/>
                    <a:pt x="17" y="144"/>
                    <a:pt x="17" y="144"/>
                  </a:cubicBezTo>
                  <a:cubicBezTo>
                    <a:pt x="13" y="144"/>
                    <a:pt x="10" y="140"/>
                    <a:pt x="10" y="136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lnTo>
                    <a:pt x="9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09" name="Oval 98">
              <a:extLst>
                <a:ext uri="{FF2B5EF4-FFF2-40B4-BE49-F238E27FC236}">
                  <a16:creationId xmlns:a16="http://schemas.microsoft.com/office/drawing/2014/main" id="{A4B792FB-71CE-1145-960B-B90FBEB0B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" y="2059"/>
              <a:ext cx="13" cy="1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10" name="Oval 99">
              <a:extLst>
                <a:ext uri="{FF2B5EF4-FFF2-40B4-BE49-F238E27FC236}">
                  <a16:creationId xmlns:a16="http://schemas.microsoft.com/office/drawing/2014/main" id="{5EF5F9D8-CCE3-2343-807F-0CF85E03E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" y="1882"/>
              <a:ext cx="9" cy="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11" name="Oval 100">
              <a:extLst>
                <a:ext uri="{FF2B5EF4-FFF2-40B4-BE49-F238E27FC236}">
                  <a16:creationId xmlns:a16="http://schemas.microsoft.com/office/drawing/2014/main" id="{3D380F82-1897-C145-8D61-C6B842E53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" y="2053"/>
              <a:ext cx="18" cy="2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</p:grpSp>
      <p:grpSp>
        <p:nvGrpSpPr>
          <p:cNvPr id="312" name="Group 4">
            <a:extLst>
              <a:ext uri="{FF2B5EF4-FFF2-40B4-BE49-F238E27FC236}">
                <a16:creationId xmlns:a16="http://schemas.microsoft.com/office/drawing/2014/main" id="{84C17A15-152C-A348-853A-B692B4282DA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877270" y="5532782"/>
            <a:ext cx="484650" cy="403874"/>
            <a:chOff x="348" y="472"/>
            <a:chExt cx="426" cy="355"/>
          </a:xfrm>
          <a:solidFill>
            <a:schemeClr val="accent1"/>
          </a:solidFill>
        </p:grpSpPr>
        <p:sp>
          <p:nvSpPr>
            <p:cNvPr id="313" name="Freeform 5">
              <a:extLst>
                <a:ext uri="{FF2B5EF4-FFF2-40B4-BE49-F238E27FC236}">
                  <a16:creationId xmlns:a16="http://schemas.microsoft.com/office/drawing/2014/main" id="{719C8B8C-D094-D74C-AF4C-E723A3C19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" y="543"/>
              <a:ext cx="373" cy="18"/>
            </a:xfrm>
            <a:custGeom>
              <a:avLst/>
              <a:gdLst>
                <a:gd name="T0" fmla="*/ 246 w 252"/>
                <a:gd name="T1" fmla="*/ 12 h 12"/>
                <a:gd name="T2" fmla="*/ 6 w 252"/>
                <a:gd name="T3" fmla="*/ 12 h 12"/>
                <a:gd name="T4" fmla="*/ 0 w 252"/>
                <a:gd name="T5" fmla="*/ 6 h 12"/>
                <a:gd name="T6" fmla="*/ 6 w 252"/>
                <a:gd name="T7" fmla="*/ 0 h 12"/>
                <a:gd name="T8" fmla="*/ 246 w 252"/>
                <a:gd name="T9" fmla="*/ 0 h 12"/>
                <a:gd name="T10" fmla="*/ 252 w 252"/>
                <a:gd name="T11" fmla="*/ 6 h 12"/>
                <a:gd name="T12" fmla="*/ 246 w 252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2" h="12">
                  <a:moveTo>
                    <a:pt x="24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250" y="0"/>
                    <a:pt x="252" y="3"/>
                    <a:pt x="252" y="6"/>
                  </a:cubicBezTo>
                  <a:cubicBezTo>
                    <a:pt x="252" y="9"/>
                    <a:pt x="250" y="12"/>
                    <a:pt x="24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14" name="Oval 6">
              <a:extLst>
                <a:ext uri="{FF2B5EF4-FFF2-40B4-BE49-F238E27FC236}">
                  <a16:creationId xmlns:a16="http://schemas.microsoft.com/office/drawing/2014/main" id="{0E3079FA-EBC0-1C4F-BF6F-4EF1A488E9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" y="507"/>
              <a:ext cx="18" cy="1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15" name="Oval 7">
              <a:extLst>
                <a:ext uri="{FF2B5EF4-FFF2-40B4-BE49-F238E27FC236}">
                  <a16:creationId xmlns:a16="http://schemas.microsoft.com/office/drawing/2014/main" id="{1020AE0A-3CB9-274A-B949-2F4B93C8F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" y="507"/>
              <a:ext cx="17" cy="1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16" name="Oval 8">
              <a:extLst>
                <a:ext uri="{FF2B5EF4-FFF2-40B4-BE49-F238E27FC236}">
                  <a16:creationId xmlns:a16="http://schemas.microsoft.com/office/drawing/2014/main" id="{98F34F8F-ABB7-4848-A76F-9F6C562D96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" y="507"/>
              <a:ext cx="18" cy="1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17" name="Freeform 9">
              <a:extLst>
                <a:ext uri="{FF2B5EF4-FFF2-40B4-BE49-F238E27FC236}">
                  <a16:creationId xmlns:a16="http://schemas.microsoft.com/office/drawing/2014/main" id="{AA090CA5-2F52-AF46-BB3E-337567489E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8" y="472"/>
              <a:ext cx="373" cy="284"/>
            </a:xfrm>
            <a:custGeom>
              <a:avLst/>
              <a:gdLst>
                <a:gd name="T0" fmla="*/ 222 w 252"/>
                <a:gd name="T1" fmla="*/ 192 h 192"/>
                <a:gd name="T2" fmla="*/ 30 w 252"/>
                <a:gd name="T3" fmla="*/ 192 h 192"/>
                <a:gd name="T4" fmla="*/ 0 w 252"/>
                <a:gd name="T5" fmla="*/ 162 h 192"/>
                <a:gd name="T6" fmla="*/ 0 w 252"/>
                <a:gd name="T7" fmla="*/ 30 h 192"/>
                <a:gd name="T8" fmla="*/ 30 w 252"/>
                <a:gd name="T9" fmla="*/ 0 h 192"/>
                <a:gd name="T10" fmla="*/ 222 w 252"/>
                <a:gd name="T11" fmla="*/ 0 h 192"/>
                <a:gd name="T12" fmla="*/ 252 w 252"/>
                <a:gd name="T13" fmla="*/ 30 h 192"/>
                <a:gd name="T14" fmla="*/ 252 w 252"/>
                <a:gd name="T15" fmla="*/ 162 h 192"/>
                <a:gd name="T16" fmla="*/ 222 w 252"/>
                <a:gd name="T17" fmla="*/ 192 h 192"/>
                <a:gd name="T18" fmla="*/ 30 w 252"/>
                <a:gd name="T19" fmla="*/ 12 h 192"/>
                <a:gd name="T20" fmla="*/ 12 w 252"/>
                <a:gd name="T21" fmla="*/ 30 h 192"/>
                <a:gd name="T22" fmla="*/ 12 w 252"/>
                <a:gd name="T23" fmla="*/ 162 h 192"/>
                <a:gd name="T24" fmla="*/ 30 w 252"/>
                <a:gd name="T25" fmla="*/ 180 h 192"/>
                <a:gd name="T26" fmla="*/ 222 w 252"/>
                <a:gd name="T27" fmla="*/ 180 h 192"/>
                <a:gd name="T28" fmla="*/ 240 w 252"/>
                <a:gd name="T29" fmla="*/ 162 h 192"/>
                <a:gd name="T30" fmla="*/ 240 w 252"/>
                <a:gd name="T31" fmla="*/ 30 h 192"/>
                <a:gd name="T32" fmla="*/ 222 w 252"/>
                <a:gd name="T33" fmla="*/ 12 h 192"/>
                <a:gd name="T34" fmla="*/ 30 w 252"/>
                <a:gd name="T35" fmla="*/ 1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2" h="192">
                  <a:moveTo>
                    <a:pt x="222" y="192"/>
                  </a:moveTo>
                  <a:cubicBezTo>
                    <a:pt x="30" y="192"/>
                    <a:pt x="30" y="192"/>
                    <a:pt x="30" y="192"/>
                  </a:cubicBezTo>
                  <a:cubicBezTo>
                    <a:pt x="14" y="192"/>
                    <a:pt x="0" y="179"/>
                    <a:pt x="0" y="16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222" y="0"/>
                    <a:pt x="222" y="0"/>
                    <a:pt x="222" y="0"/>
                  </a:cubicBezTo>
                  <a:cubicBezTo>
                    <a:pt x="239" y="0"/>
                    <a:pt x="252" y="13"/>
                    <a:pt x="252" y="30"/>
                  </a:cubicBezTo>
                  <a:cubicBezTo>
                    <a:pt x="252" y="162"/>
                    <a:pt x="252" y="162"/>
                    <a:pt x="252" y="162"/>
                  </a:cubicBezTo>
                  <a:cubicBezTo>
                    <a:pt x="252" y="179"/>
                    <a:pt x="239" y="192"/>
                    <a:pt x="222" y="192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162"/>
                    <a:pt x="12" y="162"/>
                    <a:pt x="12" y="162"/>
                  </a:cubicBezTo>
                  <a:cubicBezTo>
                    <a:pt x="12" y="172"/>
                    <a:pt x="20" y="180"/>
                    <a:pt x="30" y="180"/>
                  </a:cubicBezTo>
                  <a:cubicBezTo>
                    <a:pt x="222" y="180"/>
                    <a:pt x="222" y="180"/>
                    <a:pt x="222" y="180"/>
                  </a:cubicBezTo>
                  <a:cubicBezTo>
                    <a:pt x="232" y="180"/>
                    <a:pt x="240" y="172"/>
                    <a:pt x="240" y="162"/>
                  </a:cubicBezTo>
                  <a:cubicBezTo>
                    <a:pt x="240" y="30"/>
                    <a:pt x="240" y="30"/>
                    <a:pt x="240" y="30"/>
                  </a:cubicBezTo>
                  <a:cubicBezTo>
                    <a:pt x="240" y="20"/>
                    <a:pt x="232" y="12"/>
                    <a:pt x="222" y="12"/>
                  </a:cubicBezTo>
                  <a:lnTo>
                    <a:pt x="3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18" name="Freeform 10">
              <a:extLst>
                <a:ext uri="{FF2B5EF4-FFF2-40B4-BE49-F238E27FC236}">
                  <a16:creationId xmlns:a16="http://schemas.microsoft.com/office/drawing/2014/main" id="{8894367A-92E9-164E-BC86-5B276995A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" y="614"/>
              <a:ext cx="71" cy="18"/>
            </a:xfrm>
            <a:custGeom>
              <a:avLst/>
              <a:gdLst>
                <a:gd name="T0" fmla="*/ 42 w 48"/>
                <a:gd name="T1" fmla="*/ 12 h 12"/>
                <a:gd name="T2" fmla="*/ 6 w 48"/>
                <a:gd name="T3" fmla="*/ 12 h 12"/>
                <a:gd name="T4" fmla="*/ 0 w 48"/>
                <a:gd name="T5" fmla="*/ 6 h 12"/>
                <a:gd name="T6" fmla="*/ 6 w 48"/>
                <a:gd name="T7" fmla="*/ 0 h 12"/>
                <a:gd name="T8" fmla="*/ 42 w 48"/>
                <a:gd name="T9" fmla="*/ 0 h 12"/>
                <a:gd name="T10" fmla="*/ 48 w 48"/>
                <a:gd name="T11" fmla="*/ 6 h 12"/>
                <a:gd name="T12" fmla="*/ 42 w 4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6" y="0"/>
                    <a:pt x="48" y="3"/>
                    <a:pt x="48" y="6"/>
                  </a:cubicBezTo>
                  <a:cubicBezTo>
                    <a:pt x="48" y="9"/>
                    <a:pt x="46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19" name="Freeform 11">
              <a:extLst>
                <a:ext uri="{FF2B5EF4-FFF2-40B4-BE49-F238E27FC236}">
                  <a16:creationId xmlns:a16="http://schemas.microsoft.com/office/drawing/2014/main" id="{8C879DF6-8A8C-D14C-9B9C-E0EB824DC7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" y="543"/>
              <a:ext cx="373" cy="284"/>
            </a:xfrm>
            <a:custGeom>
              <a:avLst/>
              <a:gdLst>
                <a:gd name="T0" fmla="*/ 222 w 252"/>
                <a:gd name="T1" fmla="*/ 192 h 192"/>
                <a:gd name="T2" fmla="*/ 30 w 252"/>
                <a:gd name="T3" fmla="*/ 192 h 192"/>
                <a:gd name="T4" fmla="*/ 0 w 252"/>
                <a:gd name="T5" fmla="*/ 162 h 192"/>
                <a:gd name="T6" fmla="*/ 0 w 252"/>
                <a:gd name="T7" fmla="*/ 138 h 192"/>
                <a:gd name="T8" fmla="*/ 6 w 252"/>
                <a:gd name="T9" fmla="*/ 132 h 192"/>
                <a:gd name="T10" fmla="*/ 12 w 252"/>
                <a:gd name="T11" fmla="*/ 138 h 192"/>
                <a:gd name="T12" fmla="*/ 12 w 252"/>
                <a:gd name="T13" fmla="*/ 162 h 192"/>
                <a:gd name="T14" fmla="*/ 30 w 252"/>
                <a:gd name="T15" fmla="*/ 180 h 192"/>
                <a:gd name="T16" fmla="*/ 222 w 252"/>
                <a:gd name="T17" fmla="*/ 180 h 192"/>
                <a:gd name="T18" fmla="*/ 240 w 252"/>
                <a:gd name="T19" fmla="*/ 162 h 192"/>
                <a:gd name="T20" fmla="*/ 240 w 252"/>
                <a:gd name="T21" fmla="*/ 30 h 192"/>
                <a:gd name="T22" fmla="*/ 222 w 252"/>
                <a:gd name="T23" fmla="*/ 12 h 192"/>
                <a:gd name="T24" fmla="*/ 210 w 252"/>
                <a:gd name="T25" fmla="*/ 12 h 192"/>
                <a:gd name="T26" fmla="*/ 204 w 252"/>
                <a:gd name="T27" fmla="*/ 6 h 192"/>
                <a:gd name="T28" fmla="*/ 210 w 252"/>
                <a:gd name="T29" fmla="*/ 0 h 192"/>
                <a:gd name="T30" fmla="*/ 222 w 252"/>
                <a:gd name="T31" fmla="*/ 0 h 192"/>
                <a:gd name="T32" fmla="*/ 252 w 252"/>
                <a:gd name="T33" fmla="*/ 30 h 192"/>
                <a:gd name="T34" fmla="*/ 252 w 252"/>
                <a:gd name="T35" fmla="*/ 162 h 192"/>
                <a:gd name="T36" fmla="*/ 222 w 252"/>
                <a:gd name="T3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192">
                  <a:moveTo>
                    <a:pt x="222" y="192"/>
                  </a:moveTo>
                  <a:cubicBezTo>
                    <a:pt x="30" y="192"/>
                    <a:pt x="30" y="192"/>
                    <a:pt x="30" y="192"/>
                  </a:cubicBezTo>
                  <a:cubicBezTo>
                    <a:pt x="14" y="192"/>
                    <a:pt x="0" y="179"/>
                    <a:pt x="0" y="162"/>
                  </a:cubicBezTo>
                  <a:cubicBezTo>
                    <a:pt x="0" y="138"/>
                    <a:pt x="0" y="138"/>
                    <a:pt x="0" y="138"/>
                  </a:cubicBezTo>
                  <a:cubicBezTo>
                    <a:pt x="0" y="135"/>
                    <a:pt x="3" y="132"/>
                    <a:pt x="6" y="132"/>
                  </a:cubicBezTo>
                  <a:cubicBezTo>
                    <a:pt x="10" y="132"/>
                    <a:pt x="12" y="135"/>
                    <a:pt x="12" y="138"/>
                  </a:cubicBezTo>
                  <a:cubicBezTo>
                    <a:pt x="12" y="162"/>
                    <a:pt x="12" y="162"/>
                    <a:pt x="12" y="162"/>
                  </a:cubicBezTo>
                  <a:cubicBezTo>
                    <a:pt x="12" y="172"/>
                    <a:pt x="20" y="180"/>
                    <a:pt x="30" y="180"/>
                  </a:cubicBezTo>
                  <a:cubicBezTo>
                    <a:pt x="222" y="180"/>
                    <a:pt x="222" y="180"/>
                    <a:pt x="222" y="180"/>
                  </a:cubicBezTo>
                  <a:cubicBezTo>
                    <a:pt x="232" y="180"/>
                    <a:pt x="240" y="172"/>
                    <a:pt x="240" y="162"/>
                  </a:cubicBezTo>
                  <a:cubicBezTo>
                    <a:pt x="240" y="30"/>
                    <a:pt x="240" y="30"/>
                    <a:pt x="240" y="30"/>
                  </a:cubicBezTo>
                  <a:cubicBezTo>
                    <a:pt x="240" y="20"/>
                    <a:pt x="232" y="12"/>
                    <a:pt x="222" y="12"/>
                  </a:cubicBezTo>
                  <a:cubicBezTo>
                    <a:pt x="210" y="12"/>
                    <a:pt x="210" y="12"/>
                    <a:pt x="210" y="12"/>
                  </a:cubicBezTo>
                  <a:cubicBezTo>
                    <a:pt x="207" y="12"/>
                    <a:pt x="204" y="9"/>
                    <a:pt x="204" y="6"/>
                  </a:cubicBezTo>
                  <a:cubicBezTo>
                    <a:pt x="204" y="3"/>
                    <a:pt x="207" y="0"/>
                    <a:pt x="210" y="0"/>
                  </a:cubicBezTo>
                  <a:cubicBezTo>
                    <a:pt x="222" y="0"/>
                    <a:pt x="222" y="0"/>
                    <a:pt x="222" y="0"/>
                  </a:cubicBezTo>
                  <a:cubicBezTo>
                    <a:pt x="239" y="0"/>
                    <a:pt x="252" y="13"/>
                    <a:pt x="252" y="30"/>
                  </a:cubicBezTo>
                  <a:cubicBezTo>
                    <a:pt x="252" y="162"/>
                    <a:pt x="252" y="162"/>
                    <a:pt x="252" y="162"/>
                  </a:cubicBezTo>
                  <a:cubicBezTo>
                    <a:pt x="252" y="179"/>
                    <a:pt x="239" y="192"/>
                    <a:pt x="222" y="19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320" name="Freeform 132">
            <a:extLst>
              <a:ext uri="{FF2B5EF4-FFF2-40B4-BE49-F238E27FC236}">
                <a16:creationId xmlns:a16="http://schemas.microsoft.com/office/drawing/2014/main" id="{45BDCAD5-FFA8-D94A-91ED-271D762E1EF5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409731" y="5515535"/>
            <a:ext cx="494523" cy="438368"/>
          </a:xfrm>
          <a:custGeom>
            <a:avLst/>
            <a:gdLst>
              <a:gd name="T0" fmla="*/ 9 w 133"/>
              <a:gd name="T1" fmla="*/ 0 h 116"/>
              <a:gd name="T2" fmla="*/ 0 w 133"/>
              <a:gd name="T3" fmla="*/ 91 h 116"/>
              <a:gd name="T4" fmla="*/ 56 w 133"/>
              <a:gd name="T5" fmla="*/ 99 h 116"/>
              <a:gd name="T6" fmla="*/ 39 w 133"/>
              <a:gd name="T7" fmla="*/ 110 h 116"/>
              <a:gd name="T8" fmla="*/ 39 w 133"/>
              <a:gd name="T9" fmla="*/ 116 h 116"/>
              <a:gd name="T10" fmla="*/ 97 w 133"/>
              <a:gd name="T11" fmla="*/ 113 h 116"/>
              <a:gd name="T12" fmla="*/ 78 w 133"/>
              <a:gd name="T13" fmla="*/ 110 h 116"/>
              <a:gd name="T14" fmla="*/ 124 w 133"/>
              <a:gd name="T15" fmla="*/ 99 h 116"/>
              <a:gd name="T16" fmla="*/ 133 w 133"/>
              <a:gd name="T17" fmla="*/ 8 h 116"/>
              <a:gd name="T18" fmla="*/ 72 w 133"/>
              <a:gd name="T19" fmla="*/ 110 h 116"/>
              <a:gd name="T20" fmla="*/ 61 w 133"/>
              <a:gd name="T21" fmla="*/ 99 h 116"/>
              <a:gd name="T22" fmla="*/ 72 w 133"/>
              <a:gd name="T23" fmla="*/ 110 h 116"/>
              <a:gd name="T24" fmla="*/ 124 w 133"/>
              <a:gd name="T25" fmla="*/ 94 h 116"/>
              <a:gd name="T26" fmla="*/ 6 w 133"/>
              <a:gd name="T27" fmla="*/ 91 h 116"/>
              <a:gd name="T28" fmla="*/ 9 w 133"/>
              <a:gd name="T29" fmla="*/ 5 h 116"/>
              <a:gd name="T30" fmla="*/ 127 w 133"/>
              <a:gd name="T31" fmla="*/ 8 h 116"/>
              <a:gd name="T32" fmla="*/ 109 w 133"/>
              <a:gd name="T33" fmla="*/ 36 h 116"/>
              <a:gd name="T34" fmla="*/ 68 w 133"/>
              <a:gd name="T35" fmla="*/ 19 h 116"/>
              <a:gd name="T36" fmla="*/ 30 w 133"/>
              <a:gd name="T37" fmla="*/ 36 h 116"/>
              <a:gd name="T38" fmla="*/ 30 w 133"/>
              <a:gd name="T39" fmla="*/ 36 h 116"/>
              <a:gd name="T40" fmla="*/ 28 w 133"/>
              <a:gd name="T41" fmla="*/ 37 h 116"/>
              <a:gd name="T42" fmla="*/ 28 w 133"/>
              <a:gd name="T43" fmla="*/ 57 h 116"/>
              <a:gd name="T44" fmla="*/ 23 w 133"/>
              <a:gd name="T45" fmla="*/ 76 h 116"/>
              <a:gd name="T46" fmla="*/ 36 w 133"/>
              <a:gd name="T47" fmla="*/ 77 h 116"/>
              <a:gd name="T48" fmla="*/ 39 w 133"/>
              <a:gd name="T49" fmla="*/ 73 h 116"/>
              <a:gd name="T50" fmla="*/ 34 w 133"/>
              <a:gd name="T51" fmla="*/ 43 h 116"/>
              <a:gd name="T52" fmla="*/ 45 w 133"/>
              <a:gd name="T53" fmla="*/ 66 h 116"/>
              <a:gd name="T54" fmla="*/ 68 w 133"/>
              <a:gd name="T55" fmla="*/ 79 h 116"/>
              <a:gd name="T56" fmla="*/ 71 w 133"/>
              <a:gd name="T57" fmla="*/ 79 h 116"/>
              <a:gd name="T58" fmla="*/ 94 w 133"/>
              <a:gd name="T59" fmla="*/ 66 h 116"/>
              <a:gd name="T60" fmla="*/ 109 w 133"/>
              <a:gd name="T61" fmla="*/ 41 h 116"/>
              <a:gd name="T62" fmla="*/ 109 w 133"/>
              <a:gd name="T63" fmla="*/ 36 h 116"/>
              <a:gd name="T64" fmla="*/ 31 w 133"/>
              <a:gd name="T65" fmla="*/ 66 h 116"/>
              <a:gd name="T66" fmla="*/ 29 w 133"/>
              <a:gd name="T67" fmla="*/ 71 h 116"/>
              <a:gd name="T68" fmla="*/ 69 w 133"/>
              <a:gd name="T69" fmla="*/ 74 h 116"/>
              <a:gd name="T70" fmla="*/ 50 w 133"/>
              <a:gd name="T71" fmla="*/ 50 h 116"/>
              <a:gd name="T72" fmla="*/ 69 w 133"/>
              <a:gd name="T73" fmla="*/ 58 h 116"/>
              <a:gd name="T74" fmla="*/ 89 w 133"/>
              <a:gd name="T75" fmla="*/ 50 h 116"/>
              <a:gd name="T76" fmla="*/ 69 w 133"/>
              <a:gd name="T77" fmla="*/ 52 h 116"/>
              <a:gd name="T78" fmla="*/ 69 w 133"/>
              <a:gd name="T79" fmla="*/ 25 h 116"/>
              <a:gd name="T80" fmla="*/ 69 w 133"/>
              <a:gd name="T81" fmla="*/ 52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33" h="116">
                <a:moveTo>
                  <a:pt x="124" y="0"/>
                </a:moveTo>
                <a:cubicBezTo>
                  <a:pt x="9" y="0"/>
                  <a:pt x="9" y="0"/>
                  <a:pt x="9" y="0"/>
                </a:cubicBezTo>
                <a:cubicBezTo>
                  <a:pt x="4" y="0"/>
                  <a:pt x="0" y="4"/>
                  <a:pt x="0" y="8"/>
                </a:cubicBezTo>
                <a:cubicBezTo>
                  <a:pt x="0" y="91"/>
                  <a:pt x="0" y="91"/>
                  <a:pt x="0" y="91"/>
                </a:cubicBezTo>
                <a:cubicBezTo>
                  <a:pt x="0" y="95"/>
                  <a:pt x="4" y="99"/>
                  <a:pt x="9" y="99"/>
                </a:cubicBezTo>
                <a:cubicBezTo>
                  <a:pt x="56" y="99"/>
                  <a:pt x="56" y="99"/>
                  <a:pt x="56" y="99"/>
                </a:cubicBezTo>
                <a:cubicBezTo>
                  <a:pt x="56" y="110"/>
                  <a:pt x="56" y="110"/>
                  <a:pt x="56" y="110"/>
                </a:cubicBezTo>
                <a:cubicBezTo>
                  <a:pt x="39" y="110"/>
                  <a:pt x="39" y="110"/>
                  <a:pt x="39" y="110"/>
                </a:cubicBezTo>
                <a:cubicBezTo>
                  <a:pt x="37" y="110"/>
                  <a:pt x="36" y="111"/>
                  <a:pt x="36" y="113"/>
                </a:cubicBezTo>
                <a:cubicBezTo>
                  <a:pt x="36" y="114"/>
                  <a:pt x="37" y="116"/>
                  <a:pt x="39" y="116"/>
                </a:cubicBezTo>
                <a:cubicBezTo>
                  <a:pt x="94" y="116"/>
                  <a:pt x="94" y="116"/>
                  <a:pt x="94" y="116"/>
                </a:cubicBezTo>
                <a:cubicBezTo>
                  <a:pt x="96" y="116"/>
                  <a:pt x="97" y="114"/>
                  <a:pt x="97" y="113"/>
                </a:cubicBezTo>
                <a:cubicBezTo>
                  <a:pt x="97" y="111"/>
                  <a:pt x="96" y="110"/>
                  <a:pt x="94" y="110"/>
                </a:cubicBezTo>
                <a:cubicBezTo>
                  <a:pt x="78" y="110"/>
                  <a:pt x="78" y="110"/>
                  <a:pt x="78" y="110"/>
                </a:cubicBezTo>
                <a:cubicBezTo>
                  <a:pt x="78" y="99"/>
                  <a:pt x="78" y="99"/>
                  <a:pt x="78" y="99"/>
                </a:cubicBezTo>
                <a:cubicBezTo>
                  <a:pt x="124" y="99"/>
                  <a:pt x="124" y="99"/>
                  <a:pt x="124" y="99"/>
                </a:cubicBezTo>
                <a:cubicBezTo>
                  <a:pt x="129" y="99"/>
                  <a:pt x="133" y="95"/>
                  <a:pt x="133" y="91"/>
                </a:cubicBezTo>
                <a:cubicBezTo>
                  <a:pt x="133" y="8"/>
                  <a:pt x="133" y="8"/>
                  <a:pt x="133" y="8"/>
                </a:cubicBezTo>
                <a:cubicBezTo>
                  <a:pt x="133" y="4"/>
                  <a:pt x="129" y="0"/>
                  <a:pt x="124" y="0"/>
                </a:cubicBezTo>
                <a:close/>
                <a:moveTo>
                  <a:pt x="72" y="110"/>
                </a:moveTo>
                <a:cubicBezTo>
                  <a:pt x="61" y="110"/>
                  <a:pt x="61" y="110"/>
                  <a:pt x="61" y="110"/>
                </a:cubicBezTo>
                <a:cubicBezTo>
                  <a:pt x="61" y="99"/>
                  <a:pt x="61" y="99"/>
                  <a:pt x="61" y="99"/>
                </a:cubicBezTo>
                <a:cubicBezTo>
                  <a:pt x="72" y="99"/>
                  <a:pt x="72" y="99"/>
                  <a:pt x="72" y="99"/>
                </a:cubicBezTo>
                <a:lnTo>
                  <a:pt x="72" y="110"/>
                </a:lnTo>
                <a:close/>
                <a:moveTo>
                  <a:pt x="127" y="91"/>
                </a:moveTo>
                <a:cubicBezTo>
                  <a:pt x="127" y="92"/>
                  <a:pt x="126" y="94"/>
                  <a:pt x="124" y="94"/>
                </a:cubicBezTo>
                <a:cubicBezTo>
                  <a:pt x="9" y="94"/>
                  <a:pt x="9" y="94"/>
                  <a:pt x="9" y="94"/>
                </a:cubicBezTo>
                <a:cubicBezTo>
                  <a:pt x="7" y="94"/>
                  <a:pt x="6" y="92"/>
                  <a:pt x="6" y="91"/>
                </a:cubicBezTo>
                <a:cubicBezTo>
                  <a:pt x="6" y="8"/>
                  <a:pt x="6" y="8"/>
                  <a:pt x="6" y="8"/>
                </a:cubicBezTo>
                <a:cubicBezTo>
                  <a:pt x="6" y="7"/>
                  <a:pt x="7" y="5"/>
                  <a:pt x="9" y="5"/>
                </a:cubicBezTo>
                <a:cubicBezTo>
                  <a:pt x="124" y="5"/>
                  <a:pt x="124" y="5"/>
                  <a:pt x="124" y="5"/>
                </a:cubicBezTo>
                <a:cubicBezTo>
                  <a:pt x="126" y="5"/>
                  <a:pt x="127" y="7"/>
                  <a:pt x="127" y="8"/>
                </a:cubicBezTo>
                <a:lnTo>
                  <a:pt x="127" y="91"/>
                </a:lnTo>
                <a:close/>
                <a:moveTo>
                  <a:pt x="109" y="36"/>
                </a:moveTo>
                <a:cubicBezTo>
                  <a:pt x="70" y="19"/>
                  <a:pt x="70" y="19"/>
                  <a:pt x="70" y="19"/>
                </a:cubicBezTo>
                <a:cubicBezTo>
                  <a:pt x="70" y="19"/>
                  <a:pt x="69" y="19"/>
                  <a:pt x="68" y="19"/>
                </a:cubicBezTo>
                <a:cubicBezTo>
                  <a:pt x="30" y="36"/>
                  <a:pt x="30" y="36"/>
                  <a:pt x="30" y="36"/>
                </a:cubicBezTo>
                <a:cubicBezTo>
                  <a:pt x="30" y="36"/>
                  <a:pt x="30" y="36"/>
                  <a:pt x="30" y="36"/>
                </a:cubicBezTo>
                <a:cubicBezTo>
                  <a:pt x="30" y="36"/>
                  <a:pt x="30" y="36"/>
                  <a:pt x="30" y="36"/>
                </a:cubicBezTo>
                <a:cubicBezTo>
                  <a:pt x="30" y="36"/>
                  <a:pt x="30" y="36"/>
                  <a:pt x="30" y="36"/>
                </a:cubicBezTo>
                <a:cubicBezTo>
                  <a:pt x="29" y="36"/>
                  <a:pt x="29" y="36"/>
                  <a:pt x="29" y="37"/>
                </a:cubicBezTo>
                <a:cubicBezTo>
                  <a:pt x="29" y="37"/>
                  <a:pt x="28" y="37"/>
                  <a:pt x="28" y="37"/>
                </a:cubicBezTo>
                <a:cubicBezTo>
                  <a:pt x="28" y="37"/>
                  <a:pt x="28" y="38"/>
                  <a:pt x="28" y="38"/>
                </a:cubicBezTo>
                <a:cubicBezTo>
                  <a:pt x="28" y="57"/>
                  <a:pt x="28" y="57"/>
                  <a:pt x="28" y="57"/>
                </a:cubicBezTo>
                <a:cubicBezTo>
                  <a:pt x="23" y="73"/>
                  <a:pt x="23" y="73"/>
                  <a:pt x="23" y="73"/>
                </a:cubicBezTo>
                <a:cubicBezTo>
                  <a:pt x="22" y="74"/>
                  <a:pt x="22" y="75"/>
                  <a:pt x="23" y="76"/>
                </a:cubicBezTo>
                <a:cubicBezTo>
                  <a:pt x="24" y="77"/>
                  <a:pt x="24" y="77"/>
                  <a:pt x="25" y="77"/>
                </a:cubicBezTo>
                <a:cubicBezTo>
                  <a:pt x="36" y="77"/>
                  <a:pt x="36" y="77"/>
                  <a:pt x="36" y="77"/>
                </a:cubicBezTo>
                <a:cubicBezTo>
                  <a:pt x="37" y="77"/>
                  <a:pt x="38" y="77"/>
                  <a:pt x="38" y="76"/>
                </a:cubicBezTo>
                <a:cubicBezTo>
                  <a:pt x="39" y="75"/>
                  <a:pt x="39" y="74"/>
                  <a:pt x="39" y="73"/>
                </a:cubicBezTo>
                <a:cubicBezTo>
                  <a:pt x="34" y="57"/>
                  <a:pt x="34" y="57"/>
                  <a:pt x="34" y="57"/>
                </a:cubicBezTo>
                <a:cubicBezTo>
                  <a:pt x="34" y="43"/>
                  <a:pt x="34" y="43"/>
                  <a:pt x="34" y="43"/>
                </a:cubicBezTo>
                <a:cubicBezTo>
                  <a:pt x="45" y="47"/>
                  <a:pt x="45" y="47"/>
                  <a:pt x="45" y="47"/>
                </a:cubicBezTo>
                <a:cubicBezTo>
                  <a:pt x="45" y="66"/>
                  <a:pt x="45" y="66"/>
                  <a:pt x="45" y="66"/>
                </a:cubicBezTo>
                <a:cubicBezTo>
                  <a:pt x="45" y="67"/>
                  <a:pt x="45" y="68"/>
                  <a:pt x="46" y="68"/>
                </a:cubicBezTo>
                <a:cubicBezTo>
                  <a:pt x="68" y="79"/>
                  <a:pt x="68" y="79"/>
                  <a:pt x="68" y="79"/>
                </a:cubicBezTo>
                <a:cubicBezTo>
                  <a:pt x="68" y="80"/>
                  <a:pt x="69" y="80"/>
                  <a:pt x="69" y="80"/>
                </a:cubicBezTo>
                <a:cubicBezTo>
                  <a:pt x="70" y="80"/>
                  <a:pt x="70" y="80"/>
                  <a:pt x="71" y="79"/>
                </a:cubicBezTo>
                <a:cubicBezTo>
                  <a:pt x="93" y="68"/>
                  <a:pt x="93" y="68"/>
                  <a:pt x="93" y="68"/>
                </a:cubicBezTo>
                <a:cubicBezTo>
                  <a:pt x="94" y="68"/>
                  <a:pt x="94" y="67"/>
                  <a:pt x="94" y="66"/>
                </a:cubicBezTo>
                <a:cubicBezTo>
                  <a:pt x="94" y="47"/>
                  <a:pt x="94" y="47"/>
                  <a:pt x="94" y="47"/>
                </a:cubicBezTo>
                <a:cubicBezTo>
                  <a:pt x="109" y="41"/>
                  <a:pt x="109" y="41"/>
                  <a:pt x="109" y="41"/>
                </a:cubicBezTo>
                <a:cubicBezTo>
                  <a:pt x="110" y="41"/>
                  <a:pt x="111" y="40"/>
                  <a:pt x="111" y="38"/>
                </a:cubicBezTo>
                <a:cubicBezTo>
                  <a:pt x="111" y="37"/>
                  <a:pt x="110" y="36"/>
                  <a:pt x="109" y="36"/>
                </a:cubicBezTo>
                <a:close/>
                <a:moveTo>
                  <a:pt x="29" y="71"/>
                </a:moveTo>
                <a:cubicBezTo>
                  <a:pt x="31" y="66"/>
                  <a:pt x="31" y="66"/>
                  <a:pt x="31" y="66"/>
                </a:cubicBezTo>
                <a:cubicBezTo>
                  <a:pt x="32" y="71"/>
                  <a:pt x="32" y="71"/>
                  <a:pt x="32" y="71"/>
                </a:cubicBezTo>
                <a:lnTo>
                  <a:pt x="29" y="71"/>
                </a:lnTo>
                <a:close/>
                <a:moveTo>
                  <a:pt x="89" y="64"/>
                </a:moveTo>
                <a:cubicBezTo>
                  <a:pt x="69" y="74"/>
                  <a:pt x="69" y="74"/>
                  <a:pt x="69" y="74"/>
                </a:cubicBezTo>
                <a:cubicBezTo>
                  <a:pt x="50" y="64"/>
                  <a:pt x="50" y="64"/>
                  <a:pt x="50" y="64"/>
                </a:cubicBezTo>
                <a:cubicBezTo>
                  <a:pt x="50" y="50"/>
                  <a:pt x="50" y="50"/>
                  <a:pt x="50" y="50"/>
                </a:cubicBezTo>
                <a:cubicBezTo>
                  <a:pt x="68" y="57"/>
                  <a:pt x="68" y="57"/>
                  <a:pt x="68" y="57"/>
                </a:cubicBezTo>
                <a:cubicBezTo>
                  <a:pt x="69" y="58"/>
                  <a:pt x="69" y="58"/>
                  <a:pt x="69" y="58"/>
                </a:cubicBezTo>
                <a:cubicBezTo>
                  <a:pt x="70" y="58"/>
                  <a:pt x="70" y="58"/>
                  <a:pt x="70" y="57"/>
                </a:cubicBezTo>
                <a:cubicBezTo>
                  <a:pt x="89" y="50"/>
                  <a:pt x="89" y="50"/>
                  <a:pt x="89" y="50"/>
                </a:cubicBezTo>
                <a:lnTo>
                  <a:pt x="89" y="64"/>
                </a:lnTo>
                <a:close/>
                <a:moveTo>
                  <a:pt x="69" y="52"/>
                </a:moveTo>
                <a:cubicBezTo>
                  <a:pt x="38" y="38"/>
                  <a:pt x="38" y="38"/>
                  <a:pt x="38" y="38"/>
                </a:cubicBezTo>
                <a:cubicBezTo>
                  <a:pt x="69" y="25"/>
                  <a:pt x="69" y="25"/>
                  <a:pt x="69" y="25"/>
                </a:cubicBezTo>
                <a:cubicBezTo>
                  <a:pt x="101" y="38"/>
                  <a:pt x="101" y="38"/>
                  <a:pt x="101" y="38"/>
                </a:cubicBezTo>
                <a:lnTo>
                  <a:pt x="69" y="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+mj-lt"/>
            </a:endParaRPr>
          </a:p>
        </p:txBody>
      </p:sp>
      <p:grpSp>
        <p:nvGrpSpPr>
          <p:cNvPr id="325" name="Group 104">
            <a:extLst>
              <a:ext uri="{FF2B5EF4-FFF2-40B4-BE49-F238E27FC236}">
                <a16:creationId xmlns:a16="http://schemas.microsoft.com/office/drawing/2014/main" id="{C933286F-FB2B-2B48-B689-90FB1B740D7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207268" y="5477733"/>
            <a:ext cx="341846" cy="513972"/>
            <a:chOff x="1443" y="2997"/>
            <a:chExt cx="284" cy="427"/>
          </a:xfrm>
          <a:solidFill>
            <a:schemeClr val="accent1"/>
          </a:solidFill>
        </p:grpSpPr>
        <p:sp>
          <p:nvSpPr>
            <p:cNvPr id="326" name="Freeform 105">
              <a:extLst>
                <a:ext uri="{FF2B5EF4-FFF2-40B4-BE49-F238E27FC236}">
                  <a16:creationId xmlns:a16="http://schemas.microsoft.com/office/drawing/2014/main" id="{EBD25FD2-6E1F-C448-BE38-E904E3A2FB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62" y="3104"/>
              <a:ext cx="261" cy="320"/>
            </a:xfrm>
            <a:custGeom>
              <a:avLst/>
              <a:gdLst>
                <a:gd name="T0" fmla="*/ 155 w 176"/>
                <a:gd name="T1" fmla="*/ 216 h 216"/>
                <a:gd name="T2" fmla="*/ 59 w 176"/>
                <a:gd name="T3" fmla="*/ 216 h 216"/>
                <a:gd name="T4" fmla="*/ 54 w 176"/>
                <a:gd name="T5" fmla="*/ 213 h 216"/>
                <a:gd name="T6" fmla="*/ 6 w 176"/>
                <a:gd name="T7" fmla="*/ 141 h 216"/>
                <a:gd name="T8" fmla="*/ 4 w 176"/>
                <a:gd name="T9" fmla="*/ 116 h 216"/>
                <a:gd name="T10" fmla="*/ 17 w 176"/>
                <a:gd name="T11" fmla="*/ 108 h 216"/>
                <a:gd name="T12" fmla="*/ 59 w 176"/>
                <a:gd name="T13" fmla="*/ 137 h 216"/>
                <a:gd name="T14" fmla="*/ 59 w 176"/>
                <a:gd name="T15" fmla="*/ 24 h 216"/>
                <a:gd name="T16" fmla="*/ 83 w 176"/>
                <a:gd name="T17" fmla="*/ 0 h 216"/>
                <a:gd name="T18" fmla="*/ 107 w 176"/>
                <a:gd name="T19" fmla="*/ 24 h 216"/>
                <a:gd name="T20" fmla="*/ 107 w 176"/>
                <a:gd name="T21" fmla="*/ 92 h 216"/>
                <a:gd name="T22" fmla="*/ 156 w 176"/>
                <a:gd name="T23" fmla="*/ 108 h 216"/>
                <a:gd name="T24" fmla="*/ 173 w 176"/>
                <a:gd name="T25" fmla="*/ 145 h 216"/>
                <a:gd name="T26" fmla="*/ 161 w 176"/>
                <a:gd name="T27" fmla="*/ 211 h 216"/>
                <a:gd name="T28" fmla="*/ 155 w 176"/>
                <a:gd name="T29" fmla="*/ 216 h 216"/>
                <a:gd name="T30" fmla="*/ 62 w 176"/>
                <a:gd name="T31" fmla="*/ 204 h 216"/>
                <a:gd name="T32" fmla="*/ 150 w 176"/>
                <a:gd name="T33" fmla="*/ 204 h 216"/>
                <a:gd name="T34" fmla="*/ 161 w 176"/>
                <a:gd name="T35" fmla="*/ 143 h 216"/>
                <a:gd name="T36" fmla="*/ 152 w 176"/>
                <a:gd name="T37" fmla="*/ 120 h 216"/>
                <a:gd name="T38" fmla="*/ 99 w 176"/>
                <a:gd name="T39" fmla="*/ 102 h 216"/>
                <a:gd name="T40" fmla="*/ 95 w 176"/>
                <a:gd name="T41" fmla="*/ 96 h 216"/>
                <a:gd name="T42" fmla="*/ 95 w 176"/>
                <a:gd name="T43" fmla="*/ 24 h 216"/>
                <a:gd name="T44" fmla="*/ 83 w 176"/>
                <a:gd name="T45" fmla="*/ 12 h 216"/>
                <a:gd name="T46" fmla="*/ 71 w 176"/>
                <a:gd name="T47" fmla="*/ 24 h 216"/>
                <a:gd name="T48" fmla="*/ 71 w 176"/>
                <a:gd name="T49" fmla="*/ 156 h 216"/>
                <a:gd name="T50" fmla="*/ 67 w 176"/>
                <a:gd name="T51" fmla="*/ 162 h 216"/>
                <a:gd name="T52" fmla="*/ 60 w 176"/>
                <a:gd name="T53" fmla="*/ 159 h 216"/>
                <a:gd name="T54" fmla="*/ 17 w 176"/>
                <a:gd name="T55" fmla="*/ 120 h 216"/>
                <a:gd name="T56" fmla="*/ 14 w 176"/>
                <a:gd name="T57" fmla="*/ 121 h 216"/>
                <a:gd name="T58" fmla="*/ 16 w 176"/>
                <a:gd name="T59" fmla="*/ 135 h 216"/>
                <a:gd name="T60" fmla="*/ 62 w 176"/>
                <a:gd name="T61" fmla="*/ 204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76" h="216">
                  <a:moveTo>
                    <a:pt x="155" y="216"/>
                  </a:moveTo>
                  <a:cubicBezTo>
                    <a:pt x="59" y="216"/>
                    <a:pt x="59" y="216"/>
                    <a:pt x="59" y="216"/>
                  </a:cubicBezTo>
                  <a:cubicBezTo>
                    <a:pt x="57" y="216"/>
                    <a:pt x="55" y="215"/>
                    <a:pt x="54" y="213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2" y="135"/>
                    <a:pt x="0" y="124"/>
                    <a:pt x="4" y="116"/>
                  </a:cubicBezTo>
                  <a:cubicBezTo>
                    <a:pt x="6" y="111"/>
                    <a:pt x="11" y="108"/>
                    <a:pt x="17" y="108"/>
                  </a:cubicBezTo>
                  <a:cubicBezTo>
                    <a:pt x="30" y="108"/>
                    <a:pt x="42" y="113"/>
                    <a:pt x="59" y="137"/>
                  </a:cubicBezTo>
                  <a:cubicBezTo>
                    <a:pt x="59" y="24"/>
                    <a:pt x="59" y="24"/>
                    <a:pt x="59" y="24"/>
                  </a:cubicBezTo>
                  <a:cubicBezTo>
                    <a:pt x="59" y="11"/>
                    <a:pt x="70" y="0"/>
                    <a:pt x="83" y="0"/>
                  </a:cubicBezTo>
                  <a:cubicBezTo>
                    <a:pt x="96" y="0"/>
                    <a:pt x="107" y="11"/>
                    <a:pt x="107" y="24"/>
                  </a:cubicBezTo>
                  <a:cubicBezTo>
                    <a:pt x="107" y="92"/>
                    <a:pt x="107" y="92"/>
                    <a:pt x="107" y="92"/>
                  </a:cubicBezTo>
                  <a:cubicBezTo>
                    <a:pt x="156" y="108"/>
                    <a:pt x="156" y="108"/>
                    <a:pt x="156" y="108"/>
                  </a:cubicBezTo>
                  <a:cubicBezTo>
                    <a:pt x="172" y="113"/>
                    <a:pt x="176" y="131"/>
                    <a:pt x="173" y="145"/>
                  </a:cubicBezTo>
                  <a:cubicBezTo>
                    <a:pt x="161" y="211"/>
                    <a:pt x="161" y="211"/>
                    <a:pt x="161" y="211"/>
                  </a:cubicBezTo>
                  <a:cubicBezTo>
                    <a:pt x="161" y="214"/>
                    <a:pt x="158" y="216"/>
                    <a:pt x="155" y="216"/>
                  </a:cubicBezTo>
                  <a:close/>
                  <a:moveTo>
                    <a:pt x="62" y="204"/>
                  </a:moveTo>
                  <a:cubicBezTo>
                    <a:pt x="150" y="204"/>
                    <a:pt x="150" y="204"/>
                    <a:pt x="150" y="204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3" y="134"/>
                    <a:pt x="161" y="123"/>
                    <a:pt x="152" y="120"/>
                  </a:cubicBezTo>
                  <a:cubicBezTo>
                    <a:pt x="99" y="102"/>
                    <a:pt x="99" y="102"/>
                    <a:pt x="99" y="102"/>
                  </a:cubicBezTo>
                  <a:cubicBezTo>
                    <a:pt x="97" y="101"/>
                    <a:pt x="95" y="99"/>
                    <a:pt x="95" y="96"/>
                  </a:cubicBezTo>
                  <a:cubicBezTo>
                    <a:pt x="95" y="24"/>
                    <a:pt x="95" y="24"/>
                    <a:pt x="95" y="24"/>
                  </a:cubicBezTo>
                  <a:cubicBezTo>
                    <a:pt x="95" y="17"/>
                    <a:pt x="90" y="12"/>
                    <a:pt x="83" y="12"/>
                  </a:cubicBezTo>
                  <a:cubicBezTo>
                    <a:pt x="77" y="12"/>
                    <a:pt x="71" y="18"/>
                    <a:pt x="71" y="24"/>
                  </a:cubicBezTo>
                  <a:cubicBezTo>
                    <a:pt x="71" y="156"/>
                    <a:pt x="71" y="156"/>
                    <a:pt x="71" y="156"/>
                  </a:cubicBezTo>
                  <a:cubicBezTo>
                    <a:pt x="71" y="159"/>
                    <a:pt x="69" y="161"/>
                    <a:pt x="67" y="162"/>
                  </a:cubicBezTo>
                  <a:cubicBezTo>
                    <a:pt x="64" y="163"/>
                    <a:pt x="62" y="162"/>
                    <a:pt x="60" y="159"/>
                  </a:cubicBezTo>
                  <a:cubicBezTo>
                    <a:pt x="37" y="123"/>
                    <a:pt x="26" y="120"/>
                    <a:pt x="17" y="120"/>
                  </a:cubicBezTo>
                  <a:cubicBezTo>
                    <a:pt x="15" y="120"/>
                    <a:pt x="15" y="121"/>
                    <a:pt x="14" y="121"/>
                  </a:cubicBezTo>
                  <a:cubicBezTo>
                    <a:pt x="13" y="124"/>
                    <a:pt x="14" y="131"/>
                    <a:pt x="16" y="135"/>
                  </a:cubicBezTo>
                  <a:lnTo>
                    <a:pt x="62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27" name="Freeform 106">
              <a:extLst>
                <a:ext uri="{FF2B5EF4-FFF2-40B4-BE49-F238E27FC236}">
                  <a16:creationId xmlns:a16="http://schemas.microsoft.com/office/drawing/2014/main" id="{BD9B7B3C-0689-BA4C-ABBF-BCE7E3B46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" y="3122"/>
              <a:ext cx="71" cy="17"/>
            </a:xfrm>
            <a:custGeom>
              <a:avLst/>
              <a:gdLst>
                <a:gd name="T0" fmla="*/ 42 w 48"/>
                <a:gd name="T1" fmla="*/ 12 h 12"/>
                <a:gd name="T2" fmla="*/ 6 w 48"/>
                <a:gd name="T3" fmla="*/ 12 h 12"/>
                <a:gd name="T4" fmla="*/ 0 w 48"/>
                <a:gd name="T5" fmla="*/ 6 h 12"/>
                <a:gd name="T6" fmla="*/ 6 w 48"/>
                <a:gd name="T7" fmla="*/ 0 h 12"/>
                <a:gd name="T8" fmla="*/ 42 w 48"/>
                <a:gd name="T9" fmla="*/ 0 h 12"/>
                <a:gd name="T10" fmla="*/ 48 w 48"/>
                <a:gd name="T11" fmla="*/ 6 h 12"/>
                <a:gd name="T12" fmla="*/ 42 w 4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6" y="0"/>
                    <a:pt x="48" y="3"/>
                    <a:pt x="48" y="6"/>
                  </a:cubicBezTo>
                  <a:cubicBezTo>
                    <a:pt x="48" y="9"/>
                    <a:pt x="46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28" name="Freeform 107">
              <a:extLst>
                <a:ext uri="{FF2B5EF4-FFF2-40B4-BE49-F238E27FC236}">
                  <a16:creationId xmlns:a16="http://schemas.microsoft.com/office/drawing/2014/main" id="{C9272C8E-5CB2-4643-AEA6-BE716984C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" y="3031"/>
              <a:ext cx="55" cy="55"/>
            </a:xfrm>
            <a:custGeom>
              <a:avLst/>
              <a:gdLst>
                <a:gd name="T0" fmla="*/ 6 w 37"/>
                <a:gd name="T1" fmla="*/ 37 h 37"/>
                <a:gd name="T2" fmla="*/ 2 w 37"/>
                <a:gd name="T3" fmla="*/ 35 h 37"/>
                <a:gd name="T4" fmla="*/ 2 w 37"/>
                <a:gd name="T5" fmla="*/ 27 h 37"/>
                <a:gd name="T6" fmla="*/ 26 w 37"/>
                <a:gd name="T7" fmla="*/ 3 h 37"/>
                <a:gd name="T8" fmla="*/ 34 w 37"/>
                <a:gd name="T9" fmla="*/ 3 h 37"/>
                <a:gd name="T10" fmla="*/ 34 w 37"/>
                <a:gd name="T11" fmla="*/ 11 h 37"/>
                <a:gd name="T12" fmla="*/ 10 w 37"/>
                <a:gd name="T13" fmla="*/ 35 h 37"/>
                <a:gd name="T14" fmla="*/ 6 w 37"/>
                <a:gd name="T1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37">
                  <a:moveTo>
                    <a:pt x="6" y="37"/>
                  </a:moveTo>
                  <a:cubicBezTo>
                    <a:pt x="5" y="37"/>
                    <a:pt x="3" y="36"/>
                    <a:pt x="2" y="35"/>
                  </a:cubicBezTo>
                  <a:cubicBezTo>
                    <a:pt x="0" y="33"/>
                    <a:pt x="0" y="29"/>
                    <a:pt x="2" y="27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8" y="0"/>
                    <a:pt x="32" y="0"/>
                    <a:pt x="34" y="3"/>
                  </a:cubicBezTo>
                  <a:cubicBezTo>
                    <a:pt x="37" y="5"/>
                    <a:pt x="37" y="9"/>
                    <a:pt x="34" y="11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9" y="36"/>
                    <a:pt x="8" y="37"/>
                    <a:pt x="6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29" name="Freeform 108">
              <a:extLst>
                <a:ext uri="{FF2B5EF4-FFF2-40B4-BE49-F238E27FC236}">
                  <a16:creationId xmlns:a16="http://schemas.microsoft.com/office/drawing/2014/main" id="{CA4C5504-30D4-1D40-B292-CD5DA7231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5" y="2997"/>
              <a:ext cx="18" cy="71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10" y="48"/>
                    <a:pt x="6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30" name="Freeform 109">
              <a:extLst>
                <a:ext uri="{FF2B5EF4-FFF2-40B4-BE49-F238E27FC236}">
                  <a16:creationId xmlns:a16="http://schemas.microsoft.com/office/drawing/2014/main" id="{7B5112E2-4CA4-294E-BC9B-DD315AEE8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8" y="3031"/>
              <a:ext cx="55" cy="55"/>
            </a:xfrm>
            <a:custGeom>
              <a:avLst/>
              <a:gdLst>
                <a:gd name="T0" fmla="*/ 30 w 37"/>
                <a:gd name="T1" fmla="*/ 37 h 37"/>
                <a:gd name="T2" fmla="*/ 26 w 37"/>
                <a:gd name="T3" fmla="*/ 35 h 37"/>
                <a:gd name="T4" fmla="*/ 2 w 37"/>
                <a:gd name="T5" fmla="*/ 11 h 37"/>
                <a:gd name="T6" fmla="*/ 2 w 37"/>
                <a:gd name="T7" fmla="*/ 3 h 37"/>
                <a:gd name="T8" fmla="*/ 10 w 37"/>
                <a:gd name="T9" fmla="*/ 3 h 37"/>
                <a:gd name="T10" fmla="*/ 34 w 37"/>
                <a:gd name="T11" fmla="*/ 27 h 37"/>
                <a:gd name="T12" fmla="*/ 34 w 37"/>
                <a:gd name="T13" fmla="*/ 35 h 37"/>
                <a:gd name="T14" fmla="*/ 30 w 37"/>
                <a:gd name="T1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37">
                  <a:moveTo>
                    <a:pt x="30" y="37"/>
                  </a:moveTo>
                  <a:cubicBezTo>
                    <a:pt x="29" y="37"/>
                    <a:pt x="27" y="36"/>
                    <a:pt x="26" y="35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9"/>
                    <a:pt x="0" y="5"/>
                    <a:pt x="2" y="3"/>
                  </a:cubicBezTo>
                  <a:cubicBezTo>
                    <a:pt x="4" y="0"/>
                    <a:pt x="8" y="0"/>
                    <a:pt x="10" y="3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9"/>
                    <a:pt x="37" y="33"/>
                    <a:pt x="34" y="35"/>
                  </a:cubicBezTo>
                  <a:cubicBezTo>
                    <a:pt x="33" y="36"/>
                    <a:pt x="32" y="37"/>
                    <a:pt x="30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31" name="Freeform 110">
              <a:extLst>
                <a:ext uri="{FF2B5EF4-FFF2-40B4-BE49-F238E27FC236}">
                  <a16:creationId xmlns:a16="http://schemas.microsoft.com/office/drawing/2014/main" id="{B8173CE6-5D1A-A846-84AC-EC2E79F05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3" y="3122"/>
              <a:ext cx="71" cy="17"/>
            </a:xfrm>
            <a:custGeom>
              <a:avLst/>
              <a:gdLst>
                <a:gd name="T0" fmla="*/ 42 w 48"/>
                <a:gd name="T1" fmla="*/ 12 h 12"/>
                <a:gd name="T2" fmla="*/ 6 w 48"/>
                <a:gd name="T3" fmla="*/ 12 h 12"/>
                <a:gd name="T4" fmla="*/ 0 w 48"/>
                <a:gd name="T5" fmla="*/ 6 h 12"/>
                <a:gd name="T6" fmla="*/ 6 w 48"/>
                <a:gd name="T7" fmla="*/ 0 h 12"/>
                <a:gd name="T8" fmla="*/ 42 w 48"/>
                <a:gd name="T9" fmla="*/ 0 h 12"/>
                <a:gd name="T10" fmla="*/ 48 w 48"/>
                <a:gd name="T11" fmla="*/ 6 h 12"/>
                <a:gd name="T12" fmla="*/ 42 w 4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6" y="0"/>
                    <a:pt x="48" y="3"/>
                    <a:pt x="48" y="6"/>
                  </a:cubicBezTo>
                  <a:cubicBezTo>
                    <a:pt x="48" y="9"/>
                    <a:pt x="46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</p:grpSp>
      <p:grpSp>
        <p:nvGrpSpPr>
          <p:cNvPr id="332" name="Group 48">
            <a:extLst>
              <a:ext uri="{FF2B5EF4-FFF2-40B4-BE49-F238E27FC236}">
                <a16:creationId xmlns:a16="http://schemas.microsoft.com/office/drawing/2014/main" id="{845CA248-13D3-B844-9F40-7BA5E1132E6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941132" y="3109340"/>
            <a:ext cx="515826" cy="496764"/>
            <a:chOff x="6532" y="451"/>
            <a:chExt cx="433" cy="417"/>
          </a:xfrm>
          <a:solidFill>
            <a:schemeClr val="accent1"/>
          </a:solidFill>
        </p:grpSpPr>
        <p:sp>
          <p:nvSpPr>
            <p:cNvPr id="333" name="Freeform 49">
              <a:extLst>
                <a:ext uri="{FF2B5EF4-FFF2-40B4-BE49-F238E27FC236}">
                  <a16:creationId xmlns:a16="http://schemas.microsoft.com/office/drawing/2014/main" id="{17E6D66F-E2A5-7445-867C-00B311AB2CD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7" y="621"/>
              <a:ext cx="128" cy="94"/>
            </a:xfrm>
            <a:custGeom>
              <a:avLst/>
              <a:gdLst>
                <a:gd name="T0" fmla="*/ 7 w 86"/>
                <a:gd name="T1" fmla="*/ 64 h 64"/>
                <a:gd name="T2" fmla="*/ 3 w 86"/>
                <a:gd name="T3" fmla="*/ 63 h 64"/>
                <a:gd name="T4" fmla="*/ 1 w 86"/>
                <a:gd name="T5" fmla="*/ 55 h 64"/>
                <a:gd name="T6" fmla="*/ 34 w 86"/>
                <a:gd name="T7" fmla="*/ 3 h 64"/>
                <a:gd name="T8" fmla="*/ 38 w 86"/>
                <a:gd name="T9" fmla="*/ 0 h 64"/>
                <a:gd name="T10" fmla="*/ 43 w 86"/>
                <a:gd name="T11" fmla="*/ 2 h 64"/>
                <a:gd name="T12" fmla="*/ 84 w 86"/>
                <a:gd name="T13" fmla="*/ 48 h 64"/>
                <a:gd name="T14" fmla="*/ 84 w 86"/>
                <a:gd name="T15" fmla="*/ 56 h 64"/>
                <a:gd name="T16" fmla="*/ 75 w 86"/>
                <a:gd name="T17" fmla="*/ 56 h 64"/>
                <a:gd name="T18" fmla="*/ 40 w 86"/>
                <a:gd name="T19" fmla="*/ 16 h 64"/>
                <a:gd name="T20" fmla="*/ 12 w 86"/>
                <a:gd name="T21" fmla="*/ 61 h 64"/>
                <a:gd name="T22" fmla="*/ 7 w 86"/>
                <a:gd name="T23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6" h="64">
                  <a:moveTo>
                    <a:pt x="7" y="64"/>
                  </a:moveTo>
                  <a:cubicBezTo>
                    <a:pt x="5" y="64"/>
                    <a:pt x="4" y="64"/>
                    <a:pt x="3" y="63"/>
                  </a:cubicBezTo>
                  <a:cubicBezTo>
                    <a:pt x="1" y="62"/>
                    <a:pt x="0" y="58"/>
                    <a:pt x="1" y="55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5" y="1"/>
                    <a:pt x="36" y="0"/>
                    <a:pt x="38" y="0"/>
                  </a:cubicBezTo>
                  <a:cubicBezTo>
                    <a:pt x="40" y="0"/>
                    <a:pt x="42" y="1"/>
                    <a:pt x="43" y="2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6" y="50"/>
                    <a:pt x="86" y="54"/>
                    <a:pt x="84" y="56"/>
                  </a:cubicBezTo>
                  <a:cubicBezTo>
                    <a:pt x="81" y="58"/>
                    <a:pt x="78" y="58"/>
                    <a:pt x="75" y="56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12" y="61"/>
                    <a:pt x="12" y="61"/>
                    <a:pt x="12" y="61"/>
                  </a:cubicBezTo>
                  <a:cubicBezTo>
                    <a:pt x="11" y="63"/>
                    <a:pt x="9" y="64"/>
                    <a:pt x="7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34" name="Freeform 50">
              <a:extLst>
                <a:ext uri="{FF2B5EF4-FFF2-40B4-BE49-F238E27FC236}">
                  <a16:creationId xmlns:a16="http://schemas.microsoft.com/office/drawing/2014/main" id="{A947C942-EA82-4B48-9330-14A742F71B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9" y="621"/>
              <a:ext cx="157" cy="233"/>
            </a:xfrm>
            <a:custGeom>
              <a:avLst/>
              <a:gdLst>
                <a:gd name="T0" fmla="*/ 7 w 106"/>
                <a:gd name="T1" fmla="*/ 158 h 158"/>
                <a:gd name="T2" fmla="*/ 1 w 106"/>
                <a:gd name="T3" fmla="*/ 154 h 158"/>
                <a:gd name="T4" fmla="*/ 5 w 106"/>
                <a:gd name="T5" fmla="*/ 147 h 158"/>
                <a:gd name="T6" fmla="*/ 74 w 106"/>
                <a:gd name="T7" fmla="*/ 94 h 158"/>
                <a:gd name="T8" fmla="*/ 86 w 106"/>
                <a:gd name="T9" fmla="*/ 8 h 158"/>
                <a:gd name="T10" fmla="*/ 90 w 106"/>
                <a:gd name="T11" fmla="*/ 1 h 158"/>
                <a:gd name="T12" fmla="*/ 97 w 106"/>
                <a:gd name="T13" fmla="*/ 5 h 158"/>
                <a:gd name="T14" fmla="*/ 84 w 106"/>
                <a:gd name="T15" fmla="*/ 100 h 158"/>
                <a:gd name="T16" fmla="*/ 8 w 106"/>
                <a:gd name="T17" fmla="*/ 158 h 158"/>
                <a:gd name="T18" fmla="*/ 7 w 106"/>
                <a:gd name="T19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6" h="158">
                  <a:moveTo>
                    <a:pt x="7" y="158"/>
                  </a:moveTo>
                  <a:cubicBezTo>
                    <a:pt x="4" y="158"/>
                    <a:pt x="2" y="157"/>
                    <a:pt x="1" y="154"/>
                  </a:cubicBezTo>
                  <a:cubicBezTo>
                    <a:pt x="0" y="151"/>
                    <a:pt x="2" y="147"/>
                    <a:pt x="5" y="147"/>
                  </a:cubicBezTo>
                  <a:cubicBezTo>
                    <a:pt x="34" y="139"/>
                    <a:pt x="59" y="121"/>
                    <a:pt x="74" y="94"/>
                  </a:cubicBezTo>
                  <a:cubicBezTo>
                    <a:pt x="89" y="68"/>
                    <a:pt x="93" y="38"/>
                    <a:pt x="86" y="8"/>
                  </a:cubicBezTo>
                  <a:cubicBezTo>
                    <a:pt x="85" y="5"/>
                    <a:pt x="87" y="2"/>
                    <a:pt x="90" y="1"/>
                  </a:cubicBezTo>
                  <a:cubicBezTo>
                    <a:pt x="93" y="0"/>
                    <a:pt x="97" y="2"/>
                    <a:pt x="97" y="5"/>
                  </a:cubicBezTo>
                  <a:cubicBezTo>
                    <a:pt x="106" y="38"/>
                    <a:pt x="101" y="71"/>
                    <a:pt x="84" y="100"/>
                  </a:cubicBezTo>
                  <a:cubicBezTo>
                    <a:pt x="67" y="129"/>
                    <a:pt x="40" y="150"/>
                    <a:pt x="8" y="158"/>
                  </a:cubicBezTo>
                  <a:cubicBezTo>
                    <a:pt x="8" y="158"/>
                    <a:pt x="7" y="158"/>
                    <a:pt x="7" y="1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35" name="Freeform 51">
              <a:extLst>
                <a:ext uri="{FF2B5EF4-FFF2-40B4-BE49-F238E27FC236}">
                  <a16:creationId xmlns:a16="http://schemas.microsoft.com/office/drawing/2014/main" id="{F6FECDDB-A3E0-AB42-AE11-B42BD5D93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9" y="451"/>
              <a:ext cx="110" cy="112"/>
            </a:xfrm>
            <a:custGeom>
              <a:avLst/>
              <a:gdLst>
                <a:gd name="T0" fmla="*/ 68 w 74"/>
                <a:gd name="T1" fmla="*/ 76 h 76"/>
                <a:gd name="T2" fmla="*/ 67 w 74"/>
                <a:gd name="T3" fmla="*/ 76 h 76"/>
                <a:gd name="T4" fmla="*/ 6 w 74"/>
                <a:gd name="T5" fmla="*/ 70 h 76"/>
                <a:gd name="T6" fmla="*/ 1 w 74"/>
                <a:gd name="T7" fmla="*/ 67 h 76"/>
                <a:gd name="T8" fmla="*/ 1 w 74"/>
                <a:gd name="T9" fmla="*/ 61 h 76"/>
                <a:gd name="T10" fmla="*/ 24 w 74"/>
                <a:gd name="T11" fmla="*/ 5 h 76"/>
                <a:gd name="T12" fmla="*/ 32 w 74"/>
                <a:gd name="T13" fmla="*/ 1 h 76"/>
                <a:gd name="T14" fmla="*/ 35 w 74"/>
                <a:gd name="T15" fmla="*/ 9 h 76"/>
                <a:gd name="T16" fmla="*/ 15 w 74"/>
                <a:gd name="T17" fmla="*/ 58 h 76"/>
                <a:gd name="T18" fmla="*/ 68 w 74"/>
                <a:gd name="T19" fmla="*/ 64 h 76"/>
                <a:gd name="T20" fmla="*/ 74 w 74"/>
                <a:gd name="T21" fmla="*/ 70 h 76"/>
                <a:gd name="T22" fmla="*/ 68 w 74"/>
                <a:gd name="T23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" h="76">
                  <a:moveTo>
                    <a:pt x="68" y="76"/>
                  </a:moveTo>
                  <a:cubicBezTo>
                    <a:pt x="67" y="76"/>
                    <a:pt x="67" y="76"/>
                    <a:pt x="67" y="76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4" y="69"/>
                    <a:pt x="2" y="68"/>
                    <a:pt x="1" y="67"/>
                  </a:cubicBezTo>
                  <a:cubicBezTo>
                    <a:pt x="1" y="65"/>
                    <a:pt x="0" y="63"/>
                    <a:pt x="1" y="61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5" y="1"/>
                    <a:pt x="29" y="0"/>
                    <a:pt x="32" y="1"/>
                  </a:cubicBezTo>
                  <a:cubicBezTo>
                    <a:pt x="35" y="2"/>
                    <a:pt x="36" y="6"/>
                    <a:pt x="35" y="9"/>
                  </a:cubicBezTo>
                  <a:cubicBezTo>
                    <a:pt x="15" y="58"/>
                    <a:pt x="15" y="58"/>
                    <a:pt x="15" y="58"/>
                  </a:cubicBezTo>
                  <a:cubicBezTo>
                    <a:pt x="68" y="64"/>
                    <a:pt x="68" y="64"/>
                    <a:pt x="68" y="64"/>
                  </a:cubicBezTo>
                  <a:cubicBezTo>
                    <a:pt x="71" y="64"/>
                    <a:pt x="74" y="67"/>
                    <a:pt x="74" y="70"/>
                  </a:cubicBezTo>
                  <a:cubicBezTo>
                    <a:pt x="73" y="73"/>
                    <a:pt x="71" y="76"/>
                    <a:pt x="68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36" name="Freeform 52">
              <a:extLst>
                <a:ext uri="{FF2B5EF4-FFF2-40B4-BE49-F238E27FC236}">
                  <a16:creationId xmlns:a16="http://schemas.microsoft.com/office/drawing/2014/main" id="{368296E1-91C7-0142-92A5-9FC30718B4E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9" y="491"/>
              <a:ext cx="269" cy="81"/>
            </a:xfrm>
            <a:custGeom>
              <a:avLst/>
              <a:gdLst>
                <a:gd name="T0" fmla="*/ 175 w 182"/>
                <a:gd name="T1" fmla="*/ 55 h 55"/>
                <a:gd name="T2" fmla="*/ 171 w 182"/>
                <a:gd name="T3" fmla="*/ 53 h 55"/>
                <a:gd name="T4" fmla="*/ 94 w 182"/>
                <a:gd name="T5" fmla="*/ 14 h 55"/>
                <a:gd name="T6" fmla="*/ 11 w 182"/>
                <a:gd name="T7" fmla="*/ 41 h 55"/>
                <a:gd name="T8" fmla="*/ 2 w 182"/>
                <a:gd name="T9" fmla="*/ 40 h 55"/>
                <a:gd name="T10" fmla="*/ 3 w 182"/>
                <a:gd name="T11" fmla="*/ 32 h 55"/>
                <a:gd name="T12" fmla="*/ 94 w 182"/>
                <a:gd name="T13" fmla="*/ 2 h 55"/>
                <a:gd name="T14" fmla="*/ 180 w 182"/>
                <a:gd name="T15" fmla="*/ 45 h 55"/>
                <a:gd name="T16" fmla="*/ 179 w 182"/>
                <a:gd name="T17" fmla="*/ 53 h 55"/>
                <a:gd name="T18" fmla="*/ 175 w 182"/>
                <a:gd name="T19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2" h="55">
                  <a:moveTo>
                    <a:pt x="175" y="55"/>
                  </a:moveTo>
                  <a:cubicBezTo>
                    <a:pt x="174" y="55"/>
                    <a:pt x="172" y="54"/>
                    <a:pt x="171" y="53"/>
                  </a:cubicBezTo>
                  <a:cubicBezTo>
                    <a:pt x="151" y="30"/>
                    <a:pt x="124" y="16"/>
                    <a:pt x="94" y="14"/>
                  </a:cubicBezTo>
                  <a:cubicBezTo>
                    <a:pt x="63" y="12"/>
                    <a:pt x="34" y="21"/>
                    <a:pt x="11" y="41"/>
                  </a:cubicBezTo>
                  <a:cubicBezTo>
                    <a:pt x="8" y="43"/>
                    <a:pt x="4" y="43"/>
                    <a:pt x="2" y="40"/>
                  </a:cubicBezTo>
                  <a:cubicBezTo>
                    <a:pt x="0" y="38"/>
                    <a:pt x="0" y="34"/>
                    <a:pt x="3" y="32"/>
                  </a:cubicBezTo>
                  <a:cubicBezTo>
                    <a:pt x="28" y="10"/>
                    <a:pt x="61" y="0"/>
                    <a:pt x="94" y="2"/>
                  </a:cubicBezTo>
                  <a:cubicBezTo>
                    <a:pt x="128" y="4"/>
                    <a:pt x="159" y="20"/>
                    <a:pt x="180" y="45"/>
                  </a:cubicBezTo>
                  <a:cubicBezTo>
                    <a:pt x="182" y="47"/>
                    <a:pt x="182" y="51"/>
                    <a:pt x="179" y="53"/>
                  </a:cubicBezTo>
                  <a:cubicBezTo>
                    <a:pt x="178" y="54"/>
                    <a:pt x="177" y="55"/>
                    <a:pt x="175" y="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37" name="Freeform 53">
              <a:extLst>
                <a:ext uri="{FF2B5EF4-FFF2-40B4-BE49-F238E27FC236}">
                  <a16:creationId xmlns:a16="http://schemas.microsoft.com/office/drawing/2014/main" id="{58A5879A-4845-1A4E-AD7C-5245A79764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8" y="754"/>
              <a:ext cx="108" cy="114"/>
            </a:xfrm>
            <a:custGeom>
              <a:avLst/>
              <a:gdLst>
                <a:gd name="T0" fmla="*/ 7 w 73"/>
                <a:gd name="T1" fmla="*/ 77 h 77"/>
                <a:gd name="T2" fmla="*/ 1 w 73"/>
                <a:gd name="T3" fmla="*/ 72 h 77"/>
                <a:gd name="T4" fmla="*/ 6 w 73"/>
                <a:gd name="T5" fmla="*/ 65 h 77"/>
                <a:gd name="T6" fmla="*/ 58 w 73"/>
                <a:gd name="T7" fmla="*/ 57 h 77"/>
                <a:gd name="T8" fmla="*/ 36 w 73"/>
                <a:gd name="T9" fmla="*/ 9 h 77"/>
                <a:gd name="T10" fmla="*/ 39 w 73"/>
                <a:gd name="T11" fmla="*/ 1 h 77"/>
                <a:gd name="T12" fmla="*/ 47 w 73"/>
                <a:gd name="T13" fmla="*/ 4 h 77"/>
                <a:gd name="T14" fmla="*/ 73 w 73"/>
                <a:gd name="T15" fmla="*/ 60 h 77"/>
                <a:gd name="T16" fmla="*/ 73 w 73"/>
                <a:gd name="T17" fmla="*/ 65 h 77"/>
                <a:gd name="T18" fmla="*/ 68 w 73"/>
                <a:gd name="T19" fmla="*/ 68 h 77"/>
                <a:gd name="T20" fmla="*/ 7 w 73"/>
                <a:gd name="T21" fmla="*/ 77 h 77"/>
                <a:gd name="T22" fmla="*/ 7 w 73"/>
                <a:gd name="T23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3" h="77">
                  <a:moveTo>
                    <a:pt x="7" y="77"/>
                  </a:moveTo>
                  <a:cubicBezTo>
                    <a:pt x="4" y="77"/>
                    <a:pt x="1" y="75"/>
                    <a:pt x="1" y="72"/>
                  </a:cubicBezTo>
                  <a:cubicBezTo>
                    <a:pt x="0" y="69"/>
                    <a:pt x="2" y="66"/>
                    <a:pt x="6" y="65"/>
                  </a:cubicBezTo>
                  <a:cubicBezTo>
                    <a:pt x="58" y="57"/>
                    <a:pt x="58" y="57"/>
                    <a:pt x="58" y="57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5" y="6"/>
                    <a:pt x="36" y="2"/>
                    <a:pt x="39" y="1"/>
                  </a:cubicBezTo>
                  <a:cubicBezTo>
                    <a:pt x="42" y="0"/>
                    <a:pt x="46" y="1"/>
                    <a:pt x="47" y="4"/>
                  </a:cubicBezTo>
                  <a:cubicBezTo>
                    <a:pt x="73" y="60"/>
                    <a:pt x="73" y="60"/>
                    <a:pt x="73" y="60"/>
                  </a:cubicBezTo>
                  <a:cubicBezTo>
                    <a:pt x="73" y="61"/>
                    <a:pt x="73" y="63"/>
                    <a:pt x="73" y="65"/>
                  </a:cubicBezTo>
                  <a:cubicBezTo>
                    <a:pt x="72" y="67"/>
                    <a:pt x="70" y="68"/>
                    <a:pt x="68" y="68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38" name="Freeform 54">
              <a:extLst>
                <a:ext uri="{FF2B5EF4-FFF2-40B4-BE49-F238E27FC236}">
                  <a16:creationId xmlns:a16="http://schemas.microsoft.com/office/drawing/2014/main" id="{B1F284B8-040C-EA40-B415-8A9522FE86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2" y="612"/>
              <a:ext cx="144" cy="242"/>
            </a:xfrm>
            <a:custGeom>
              <a:avLst/>
              <a:gdLst>
                <a:gd name="T0" fmla="*/ 90 w 97"/>
                <a:gd name="T1" fmla="*/ 164 h 164"/>
                <a:gd name="T2" fmla="*/ 88 w 97"/>
                <a:gd name="T3" fmla="*/ 163 h 164"/>
                <a:gd name="T4" fmla="*/ 17 w 97"/>
                <a:gd name="T5" fmla="*/ 100 h 164"/>
                <a:gd name="T6" fmla="*/ 11 w 97"/>
                <a:gd name="T7" fmla="*/ 4 h 164"/>
                <a:gd name="T8" fmla="*/ 19 w 97"/>
                <a:gd name="T9" fmla="*/ 1 h 164"/>
                <a:gd name="T10" fmla="*/ 22 w 97"/>
                <a:gd name="T11" fmla="*/ 8 h 164"/>
                <a:gd name="T12" fmla="*/ 27 w 97"/>
                <a:gd name="T13" fmla="*/ 94 h 164"/>
                <a:gd name="T14" fmla="*/ 92 w 97"/>
                <a:gd name="T15" fmla="*/ 152 h 164"/>
                <a:gd name="T16" fmla="*/ 96 w 97"/>
                <a:gd name="T17" fmla="*/ 160 h 164"/>
                <a:gd name="T18" fmla="*/ 90 w 97"/>
                <a:gd name="T19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7" h="164">
                  <a:moveTo>
                    <a:pt x="90" y="164"/>
                  </a:moveTo>
                  <a:cubicBezTo>
                    <a:pt x="90" y="164"/>
                    <a:pt x="89" y="164"/>
                    <a:pt x="88" y="163"/>
                  </a:cubicBezTo>
                  <a:cubicBezTo>
                    <a:pt x="57" y="152"/>
                    <a:pt x="31" y="130"/>
                    <a:pt x="17" y="100"/>
                  </a:cubicBezTo>
                  <a:cubicBezTo>
                    <a:pt x="2" y="70"/>
                    <a:pt x="0" y="36"/>
                    <a:pt x="11" y="4"/>
                  </a:cubicBezTo>
                  <a:cubicBezTo>
                    <a:pt x="12" y="1"/>
                    <a:pt x="16" y="0"/>
                    <a:pt x="19" y="1"/>
                  </a:cubicBezTo>
                  <a:cubicBezTo>
                    <a:pt x="22" y="2"/>
                    <a:pt x="23" y="5"/>
                    <a:pt x="22" y="8"/>
                  </a:cubicBezTo>
                  <a:cubicBezTo>
                    <a:pt x="12" y="37"/>
                    <a:pt x="14" y="67"/>
                    <a:pt x="27" y="94"/>
                  </a:cubicBezTo>
                  <a:cubicBezTo>
                    <a:pt x="41" y="121"/>
                    <a:pt x="64" y="142"/>
                    <a:pt x="92" y="152"/>
                  </a:cubicBezTo>
                  <a:cubicBezTo>
                    <a:pt x="96" y="153"/>
                    <a:pt x="97" y="157"/>
                    <a:pt x="96" y="160"/>
                  </a:cubicBezTo>
                  <a:cubicBezTo>
                    <a:pt x="95" y="162"/>
                    <a:pt x="93" y="164"/>
                    <a:pt x="90" y="1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339" name="Group 81">
            <a:extLst>
              <a:ext uri="{FF2B5EF4-FFF2-40B4-BE49-F238E27FC236}">
                <a16:creationId xmlns:a16="http://schemas.microsoft.com/office/drawing/2014/main" id="{6F0CCB4D-675F-F14F-99D5-2DD46749B80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98612" y="5509828"/>
            <a:ext cx="450851" cy="449782"/>
            <a:chOff x="1370" y="1720"/>
            <a:chExt cx="426" cy="425"/>
          </a:xfrm>
          <a:solidFill>
            <a:schemeClr val="accent1"/>
          </a:solidFill>
        </p:grpSpPr>
        <p:sp>
          <p:nvSpPr>
            <p:cNvPr id="340" name="Freeform 82">
              <a:extLst>
                <a:ext uri="{FF2B5EF4-FFF2-40B4-BE49-F238E27FC236}">
                  <a16:creationId xmlns:a16="http://schemas.microsoft.com/office/drawing/2014/main" id="{AFD37094-822A-F447-8CE7-9F103F9603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" y="1755"/>
              <a:ext cx="426" cy="390"/>
            </a:xfrm>
            <a:custGeom>
              <a:avLst/>
              <a:gdLst>
                <a:gd name="T0" fmla="*/ 282 w 288"/>
                <a:gd name="T1" fmla="*/ 264 h 264"/>
                <a:gd name="T2" fmla="*/ 6 w 288"/>
                <a:gd name="T3" fmla="*/ 264 h 264"/>
                <a:gd name="T4" fmla="*/ 0 w 288"/>
                <a:gd name="T5" fmla="*/ 258 h 264"/>
                <a:gd name="T6" fmla="*/ 0 w 288"/>
                <a:gd name="T7" fmla="*/ 6 h 264"/>
                <a:gd name="T8" fmla="*/ 6 w 288"/>
                <a:gd name="T9" fmla="*/ 0 h 264"/>
                <a:gd name="T10" fmla="*/ 54 w 288"/>
                <a:gd name="T11" fmla="*/ 0 h 264"/>
                <a:gd name="T12" fmla="*/ 60 w 288"/>
                <a:gd name="T13" fmla="*/ 6 h 264"/>
                <a:gd name="T14" fmla="*/ 54 w 288"/>
                <a:gd name="T15" fmla="*/ 12 h 264"/>
                <a:gd name="T16" fmla="*/ 12 w 288"/>
                <a:gd name="T17" fmla="*/ 12 h 264"/>
                <a:gd name="T18" fmla="*/ 12 w 288"/>
                <a:gd name="T19" fmla="*/ 252 h 264"/>
                <a:gd name="T20" fmla="*/ 276 w 288"/>
                <a:gd name="T21" fmla="*/ 252 h 264"/>
                <a:gd name="T22" fmla="*/ 276 w 288"/>
                <a:gd name="T23" fmla="*/ 12 h 264"/>
                <a:gd name="T24" fmla="*/ 234 w 288"/>
                <a:gd name="T25" fmla="*/ 12 h 264"/>
                <a:gd name="T26" fmla="*/ 228 w 288"/>
                <a:gd name="T27" fmla="*/ 6 h 264"/>
                <a:gd name="T28" fmla="*/ 234 w 288"/>
                <a:gd name="T29" fmla="*/ 0 h 264"/>
                <a:gd name="T30" fmla="*/ 282 w 288"/>
                <a:gd name="T31" fmla="*/ 0 h 264"/>
                <a:gd name="T32" fmla="*/ 288 w 288"/>
                <a:gd name="T33" fmla="*/ 6 h 264"/>
                <a:gd name="T34" fmla="*/ 288 w 288"/>
                <a:gd name="T35" fmla="*/ 258 h 264"/>
                <a:gd name="T36" fmla="*/ 282 w 288"/>
                <a:gd name="T37" fmla="*/ 264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8" h="264">
                  <a:moveTo>
                    <a:pt x="282" y="264"/>
                  </a:moveTo>
                  <a:cubicBezTo>
                    <a:pt x="6" y="264"/>
                    <a:pt x="6" y="264"/>
                    <a:pt x="6" y="264"/>
                  </a:cubicBezTo>
                  <a:cubicBezTo>
                    <a:pt x="3" y="264"/>
                    <a:pt x="0" y="261"/>
                    <a:pt x="0" y="25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2"/>
                    <a:pt x="60" y="6"/>
                  </a:cubicBezTo>
                  <a:cubicBezTo>
                    <a:pt x="60" y="9"/>
                    <a:pt x="58" y="12"/>
                    <a:pt x="54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252"/>
                    <a:pt x="12" y="252"/>
                    <a:pt x="12" y="252"/>
                  </a:cubicBezTo>
                  <a:cubicBezTo>
                    <a:pt x="276" y="252"/>
                    <a:pt x="276" y="252"/>
                    <a:pt x="276" y="252"/>
                  </a:cubicBezTo>
                  <a:cubicBezTo>
                    <a:pt x="276" y="12"/>
                    <a:pt x="276" y="12"/>
                    <a:pt x="276" y="12"/>
                  </a:cubicBezTo>
                  <a:cubicBezTo>
                    <a:pt x="234" y="12"/>
                    <a:pt x="234" y="12"/>
                    <a:pt x="234" y="12"/>
                  </a:cubicBezTo>
                  <a:cubicBezTo>
                    <a:pt x="231" y="12"/>
                    <a:pt x="228" y="9"/>
                    <a:pt x="228" y="6"/>
                  </a:cubicBezTo>
                  <a:cubicBezTo>
                    <a:pt x="228" y="2"/>
                    <a:pt x="231" y="0"/>
                    <a:pt x="234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258"/>
                    <a:pt x="288" y="258"/>
                    <a:pt x="288" y="258"/>
                  </a:cubicBezTo>
                  <a:cubicBezTo>
                    <a:pt x="288" y="261"/>
                    <a:pt x="286" y="264"/>
                    <a:pt x="282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1" name="Freeform 83">
              <a:extLst>
                <a:ext uri="{FF2B5EF4-FFF2-40B4-BE49-F238E27FC236}">
                  <a16:creationId xmlns:a16="http://schemas.microsoft.com/office/drawing/2014/main" id="{3422F472-FD2E-E146-B0EE-B299A1CAE0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41" y="1720"/>
              <a:ext cx="71" cy="89"/>
            </a:xfrm>
            <a:custGeom>
              <a:avLst/>
              <a:gdLst>
                <a:gd name="T0" fmla="*/ 42 w 48"/>
                <a:gd name="T1" fmla="*/ 60 h 60"/>
                <a:gd name="T2" fmla="*/ 6 w 48"/>
                <a:gd name="T3" fmla="*/ 60 h 60"/>
                <a:gd name="T4" fmla="*/ 0 w 48"/>
                <a:gd name="T5" fmla="*/ 54 h 60"/>
                <a:gd name="T6" fmla="*/ 0 w 48"/>
                <a:gd name="T7" fmla="*/ 6 h 60"/>
                <a:gd name="T8" fmla="*/ 6 w 48"/>
                <a:gd name="T9" fmla="*/ 0 h 60"/>
                <a:gd name="T10" fmla="*/ 42 w 48"/>
                <a:gd name="T11" fmla="*/ 0 h 60"/>
                <a:gd name="T12" fmla="*/ 48 w 48"/>
                <a:gd name="T13" fmla="*/ 6 h 60"/>
                <a:gd name="T14" fmla="*/ 48 w 48"/>
                <a:gd name="T15" fmla="*/ 54 h 60"/>
                <a:gd name="T16" fmla="*/ 42 w 48"/>
                <a:gd name="T17" fmla="*/ 60 h 60"/>
                <a:gd name="T18" fmla="*/ 12 w 48"/>
                <a:gd name="T19" fmla="*/ 48 h 60"/>
                <a:gd name="T20" fmla="*/ 36 w 48"/>
                <a:gd name="T21" fmla="*/ 48 h 60"/>
                <a:gd name="T22" fmla="*/ 36 w 48"/>
                <a:gd name="T23" fmla="*/ 12 h 60"/>
                <a:gd name="T24" fmla="*/ 12 w 48"/>
                <a:gd name="T25" fmla="*/ 12 h 60"/>
                <a:gd name="T26" fmla="*/ 12 w 48"/>
                <a:gd name="T27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60">
                  <a:moveTo>
                    <a:pt x="42" y="60"/>
                  </a:moveTo>
                  <a:cubicBezTo>
                    <a:pt x="6" y="60"/>
                    <a:pt x="6" y="60"/>
                    <a:pt x="6" y="60"/>
                  </a:cubicBezTo>
                  <a:cubicBezTo>
                    <a:pt x="3" y="60"/>
                    <a:pt x="0" y="57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6" y="0"/>
                    <a:pt x="48" y="2"/>
                    <a:pt x="48" y="6"/>
                  </a:cubicBezTo>
                  <a:cubicBezTo>
                    <a:pt x="48" y="54"/>
                    <a:pt x="48" y="54"/>
                    <a:pt x="48" y="54"/>
                  </a:cubicBezTo>
                  <a:cubicBezTo>
                    <a:pt x="48" y="57"/>
                    <a:pt x="46" y="60"/>
                    <a:pt x="42" y="60"/>
                  </a:cubicBezTo>
                  <a:close/>
                  <a:moveTo>
                    <a:pt x="12" y="48"/>
                  </a:moveTo>
                  <a:cubicBezTo>
                    <a:pt x="36" y="48"/>
                    <a:pt x="36" y="48"/>
                    <a:pt x="36" y="48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2" name="Freeform 84">
              <a:extLst>
                <a:ext uri="{FF2B5EF4-FFF2-40B4-BE49-F238E27FC236}">
                  <a16:creationId xmlns:a16="http://schemas.microsoft.com/office/drawing/2014/main" id="{A5C0B545-2E7A-5941-9C66-99945E3792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54" y="1720"/>
              <a:ext cx="71" cy="89"/>
            </a:xfrm>
            <a:custGeom>
              <a:avLst/>
              <a:gdLst>
                <a:gd name="T0" fmla="*/ 42 w 48"/>
                <a:gd name="T1" fmla="*/ 60 h 60"/>
                <a:gd name="T2" fmla="*/ 6 w 48"/>
                <a:gd name="T3" fmla="*/ 60 h 60"/>
                <a:gd name="T4" fmla="*/ 0 w 48"/>
                <a:gd name="T5" fmla="*/ 54 h 60"/>
                <a:gd name="T6" fmla="*/ 0 w 48"/>
                <a:gd name="T7" fmla="*/ 6 h 60"/>
                <a:gd name="T8" fmla="*/ 6 w 48"/>
                <a:gd name="T9" fmla="*/ 0 h 60"/>
                <a:gd name="T10" fmla="*/ 42 w 48"/>
                <a:gd name="T11" fmla="*/ 0 h 60"/>
                <a:gd name="T12" fmla="*/ 48 w 48"/>
                <a:gd name="T13" fmla="*/ 6 h 60"/>
                <a:gd name="T14" fmla="*/ 48 w 48"/>
                <a:gd name="T15" fmla="*/ 54 h 60"/>
                <a:gd name="T16" fmla="*/ 42 w 48"/>
                <a:gd name="T17" fmla="*/ 60 h 60"/>
                <a:gd name="T18" fmla="*/ 12 w 48"/>
                <a:gd name="T19" fmla="*/ 48 h 60"/>
                <a:gd name="T20" fmla="*/ 36 w 48"/>
                <a:gd name="T21" fmla="*/ 48 h 60"/>
                <a:gd name="T22" fmla="*/ 36 w 48"/>
                <a:gd name="T23" fmla="*/ 12 h 60"/>
                <a:gd name="T24" fmla="*/ 12 w 48"/>
                <a:gd name="T25" fmla="*/ 12 h 60"/>
                <a:gd name="T26" fmla="*/ 12 w 48"/>
                <a:gd name="T27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60">
                  <a:moveTo>
                    <a:pt x="42" y="60"/>
                  </a:moveTo>
                  <a:cubicBezTo>
                    <a:pt x="6" y="60"/>
                    <a:pt x="6" y="60"/>
                    <a:pt x="6" y="60"/>
                  </a:cubicBezTo>
                  <a:cubicBezTo>
                    <a:pt x="3" y="60"/>
                    <a:pt x="0" y="57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6" y="0"/>
                    <a:pt x="48" y="2"/>
                    <a:pt x="48" y="6"/>
                  </a:cubicBezTo>
                  <a:cubicBezTo>
                    <a:pt x="48" y="54"/>
                    <a:pt x="48" y="54"/>
                    <a:pt x="48" y="54"/>
                  </a:cubicBezTo>
                  <a:cubicBezTo>
                    <a:pt x="48" y="57"/>
                    <a:pt x="46" y="60"/>
                    <a:pt x="42" y="60"/>
                  </a:cubicBezTo>
                  <a:close/>
                  <a:moveTo>
                    <a:pt x="12" y="48"/>
                  </a:moveTo>
                  <a:cubicBezTo>
                    <a:pt x="36" y="48"/>
                    <a:pt x="36" y="48"/>
                    <a:pt x="36" y="48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3" name="Freeform 85">
              <a:extLst>
                <a:ext uri="{FF2B5EF4-FFF2-40B4-BE49-F238E27FC236}">
                  <a16:creationId xmlns:a16="http://schemas.microsoft.com/office/drawing/2014/main" id="{374CD6E2-C0BA-8E40-A449-820C4406F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5" y="1755"/>
              <a:ext cx="177" cy="18"/>
            </a:xfrm>
            <a:custGeom>
              <a:avLst/>
              <a:gdLst>
                <a:gd name="T0" fmla="*/ 114 w 120"/>
                <a:gd name="T1" fmla="*/ 12 h 12"/>
                <a:gd name="T2" fmla="*/ 6 w 120"/>
                <a:gd name="T3" fmla="*/ 12 h 12"/>
                <a:gd name="T4" fmla="*/ 0 w 120"/>
                <a:gd name="T5" fmla="*/ 6 h 12"/>
                <a:gd name="T6" fmla="*/ 6 w 120"/>
                <a:gd name="T7" fmla="*/ 0 h 12"/>
                <a:gd name="T8" fmla="*/ 114 w 120"/>
                <a:gd name="T9" fmla="*/ 0 h 12"/>
                <a:gd name="T10" fmla="*/ 120 w 120"/>
                <a:gd name="T11" fmla="*/ 6 h 12"/>
                <a:gd name="T12" fmla="*/ 114 w 12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0" h="12">
                  <a:moveTo>
                    <a:pt x="11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8" y="0"/>
                    <a:pt x="120" y="2"/>
                    <a:pt x="120" y="6"/>
                  </a:cubicBezTo>
                  <a:cubicBezTo>
                    <a:pt x="120" y="9"/>
                    <a:pt x="118" y="12"/>
                    <a:pt x="11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4" name="Freeform 86">
              <a:extLst>
                <a:ext uri="{FF2B5EF4-FFF2-40B4-BE49-F238E27FC236}">
                  <a16:creationId xmlns:a16="http://schemas.microsoft.com/office/drawing/2014/main" id="{5650B1E9-10A3-734D-9AC1-8B333A356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" y="1844"/>
              <a:ext cx="426" cy="18"/>
            </a:xfrm>
            <a:custGeom>
              <a:avLst/>
              <a:gdLst>
                <a:gd name="T0" fmla="*/ 282 w 288"/>
                <a:gd name="T1" fmla="*/ 12 h 12"/>
                <a:gd name="T2" fmla="*/ 6 w 288"/>
                <a:gd name="T3" fmla="*/ 12 h 12"/>
                <a:gd name="T4" fmla="*/ 0 w 288"/>
                <a:gd name="T5" fmla="*/ 6 h 12"/>
                <a:gd name="T6" fmla="*/ 6 w 288"/>
                <a:gd name="T7" fmla="*/ 0 h 12"/>
                <a:gd name="T8" fmla="*/ 282 w 288"/>
                <a:gd name="T9" fmla="*/ 0 h 12"/>
                <a:gd name="T10" fmla="*/ 288 w 288"/>
                <a:gd name="T11" fmla="*/ 6 h 12"/>
                <a:gd name="T12" fmla="*/ 282 w 28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8" h="12">
                  <a:moveTo>
                    <a:pt x="28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9"/>
                    <a:pt x="286" y="12"/>
                    <a:pt x="28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5" name="Freeform 87">
              <a:extLst>
                <a:ext uri="{FF2B5EF4-FFF2-40B4-BE49-F238E27FC236}">
                  <a16:creationId xmlns:a16="http://schemas.microsoft.com/office/drawing/2014/main" id="{4B7887F8-0B63-E948-966D-617614E80C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7" y="1879"/>
              <a:ext cx="18" cy="231"/>
            </a:xfrm>
            <a:custGeom>
              <a:avLst/>
              <a:gdLst>
                <a:gd name="T0" fmla="*/ 6 w 12"/>
                <a:gd name="T1" fmla="*/ 156 h 156"/>
                <a:gd name="T2" fmla="*/ 0 w 12"/>
                <a:gd name="T3" fmla="*/ 150 h 156"/>
                <a:gd name="T4" fmla="*/ 0 w 12"/>
                <a:gd name="T5" fmla="*/ 6 h 156"/>
                <a:gd name="T6" fmla="*/ 6 w 12"/>
                <a:gd name="T7" fmla="*/ 0 h 156"/>
                <a:gd name="T8" fmla="*/ 12 w 12"/>
                <a:gd name="T9" fmla="*/ 6 h 156"/>
                <a:gd name="T10" fmla="*/ 12 w 12"/>
                <a:gd name="T11" fmla="*/ 150 h 156"/>
                <a:gd name="T12" fmla="*/ 6 w 12"/>
                <a:gd name="T13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56">
                  <a:moveTo>
                    <a:pt x="6" y="156"/>
                  </a:moveTo>
                  <a:cubicBezTo>
                    <a:pt x="3" y="156"/>
                    <a:pt x="0" y="153"/>
                    <a:pt x="0" y="15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150"/>
                    <a:pt x="12" y="150"/>
                    <a:pt x="12" y="150"/>
                  </a:cubicBezTo>
                  <a:cubicBezTo>
                    <a:pt x="12" y="153"/>
                    <a:pt x="10" y="156"/>
                    <a:pt x="6" y="1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6" name="Freeform 88">
              <a:extLst>
                <a:ext uri="{FF2B5EF4-FFF2-40B4-BE49-F238E27FC236}">
                  <a16:creationId xmlns:a16="http://schemas.microsoft.com/office/drawing/2014/main" id="{ABE6E62F-E613-A74D-B3A8-299734AD81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5" y="1879"/>
              <a:ext cx="18" cy="231"/>
            </a:xfrm>
            <a:custGeom>
              <a:avLst/>
              <a:gdLst>
                <a:gd name="T0" fmla="*/ 6 w 12"/>
                <a:gd name="T1" fmla="*/ 156 h 156"/>
                <a:gd name="T2" fmla="*/ 0 w 12"/>
                <a:gd name="T3" fmla="*/ 150 h 156"/>
                <a:gd name="T4" fmla="*/ 0 w 12"/>
                <a:gd name="T5" fmla="*/ 6 h 156"/>
                <a:gd name="T6" fmla="*/ 6 w 12"/>
                <a:gd name="T7" fmla="*/ 0 h 156"/>
                <a:gd name="T8" fmla="*/ 12 w 12"/>
                <a:gd name="T9" fmla="*/ 6 h 156"/>
                <a:gd name="T10" fmla="*/ 12 w 12"/>
                <a:gd name="T11" fmla="*/ 150 h 156"/>
                <a:gd name="T12" fmla="*/ 6 w 12"/>
                <a:gd name="T13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56">
                  <a:moveTo>
                    <a:pt x="6" y="156"/>
                  </a:moveTo>
                  <a:cubicBezTo>
                    <a:pt x="3" y="156"/>
                    <a:pt x="0" y="153"/>
                    <a:pt x="0" y="15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150"/>
                    <a:pt x="12" y="150"/>
                    <a:pt x="12" y="150"/>
                  </a:cubicBezTo>
                  <a:cubicBezTo>
                    <a:pt x="12" y="153"/>
                    <a:pt x="10" y="156"/>
                    <a:pt x="6" y="1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7" name="Freeform 89">
              <a:extLst>
                <a:ext uri="{FF2B5EF4-FFF2-40B4-BE49-F238E27FC236}">
                  <a16:creationId xmlns:a16="http://schemas.microsoft.com/office/drawing/2014/main" id="{695E4311-FAD6-9945-AF11-C24EB51807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4" y="1879"/>
              <a:ext cx="18" cy="231"/>
            </a:xfrm>
            <a:custGeom>
              <a:avLst/>
              <a:gdLst>
                <a:gd name="T0" fmla="*/ 6 w 12"/>
                <a:gd name="T1" fmla="*/ 156 h 156"/>
                <a:gd name="T2" fmla="*/ 0 w 12"/>
                <a:gd name="T3" fmla="*/ 150 h 156"/>
                <a:gd name="T4" fmla="*/ 0 w 12"/>
                <a:gd name="T5" fmla="*/ 6 h 156"/>
                <a:gd name="T6" fmla="*/ 6 w 12"/>
                <a:gd name="T7" fmla="*/ 0 h 156"/>
                <a:gd name="T8" fmla="*/ 12 w 12"/>
                <a:gd name="T9" fmla="*/ 6 h 156"/>
                <a:gd name="T10" fmla="*/ 12 w 12"/>
                <a:gd name="T11" fmla="*/ 150 h 156"/>
                <a:gd name="T12" fmla="*/ 6 w 12"/>
                <a:gd name="T13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56">
                  <a:moveTo>
                    <a:pt x="6" y="156"/>
                  </a:moveTo>
                  <a:cubicBezTo>
                    <a:pt x="3" y="156"/>
                    <a:pt x="0" y="153"/>
                    <a:pt x="0" y="15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150"/>
                    <a:pt x="12" y="150"/>
                    <a:pt x="12" y="150"/>
                  </a:cubicBezTo>
                  <a:cubicBezTo>
                    <a:pt x="12" y="153"/>
                    <a:pt x="10" y="156"/>
                    <a:pt x="6" y="1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8" name="Freeform 90">
              <a:extLst>
                <a:ext uri="{FF2B5EF4-FFF2-40B4-BE49-F238E27FC236}">
                  <a16:creationId xmlns:a16="http://schemas.microsoft.com/office/drawing/2014/main" id="{F6332ED2-95E6-314D-B133-3718ED39B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" y="1915"/>
              <a:ext cx="355" cy="18"/>
            </a:xfrm>
            <a:custGeom>
              <a:avLst/>
              <a:gdLst>
                <a:gd name="T0" fmla="*/ 234 w 240"/>
                <a:gd name="T1" fmla="*/ 12 h 12"/>
                <a:gd name="T2" fmla="*/ 6 w 240"/>
                <a:gd name="T3" fmla="*/ 12 h 12"/>
                <a:gd name="T4" fmla="*/ 0 w 240"/>
                <a:gd name="T5" fmla="*/ 6 h 12"/>
                <a:gd name="T6" fmla="*/ 6 w 240"/>
                <a:gd name="T7" fmla="*/ 0 h 12"/>
                <a:gd name="T8" fmla="*/ 234 w 240"/>
                <a:gd name="T9" fmla="*/ 0 h 12"/>
                <a:gd name="T10" fmla="*/ 240 w 240"/>
                <a:gd name="T11" fmla="*/ 6 h 12"/>
                <a:gd name="T12" fmla="*/ 234 w 24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0" h="12">
                  <a:moveTo>
                    <a:pt x="23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34" y="0"/>
                    <a:pt x="234" y="0"/>
                    <a:pt x="234" y="0"/>
                  </a:cubicBezTo>
                  <a:cubicBezTo>
                    <a:pt x="238" y="0"/>
                    <a:pt x="240" y="2"/>
                    <a:pt x="240" y="6"/>
                  </a:cubicBezTo>
                  <a:cubicBezTo>
                    <a:pt x="240" y="9"/>
                    <a:pt x="238" y="12"/>
                    <a:pt x="23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9" name="Freeform 91">
              <a:extLst>
                <a:ext uri="{FF2B5EF4-FFF2-40B4-BE49-F238E27FC236}">
                  <a16:creationId xmlns:a16="http://schemas.microsoft.com/office/drawing/2014/main" id="{6A20710A-A127-3045-90AC-4BEF3E718D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" y="1986"/>
              <a:ext cx="355" cy="17"/>
            </a:xfrm>
            <a:custGeom>
              <a:avLst/>
              <a:gdLst>
                <a:gd name="T0" fmla="*/ 234 w 240"/>
                <a:gd name="T1" fmla="*/ 12 h 12"/>
                <a:gd name="T2" fmla="*/ 6 w 240"/>
                <a:gd name="T3" fmla="*/ 12 h 12"/>
                <a:gd name="T4" fmla="*/ 0 w 240"/>
                <a:gd name="T5" fmla="*/ 6 h 12"/>
                <a:gd name="T6" fmla="*/ 6 w 240"/>
                <a:gd name="T7" fmla="*/ 0 h 12"/>
                <a:gd name="T8" fmla="*/ 234 w 240"/>
                <a:gd name="T9" fmla="*/ 0 h 12"/>
                <a:gd name="T10" fmla="*/ 240 w 240"/>
                <a:gd name="T11" fmla="*/ 6 h 12"/>
                <a:gd name="T12" fmla="*/ 234 w 24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0" h="12">
                  <a:moveTo>
                    <a:pt x="23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34" y="0"/>
                    <a:pt x="234" y="0"/>
                    <a:pt x="234" y="0"/>
                  </a:cubicBezTo>
                  <a:cubicBezTo>
                    <a:pt x="238" y="0"/>
                    <a:pt x="240" y="2"/>
                    <a:pt x="240" y="6"/>
                  </a:cubicBezTo>
                  <a:cubicBezTo>
                    <a:pt x="240" y="9"/>
                    <a:pt x="238" y="12"/>
                    <a:pt x="23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50" name="Freeform 92">
              <a:extLst>
                <a:ext uri="{FF2B5EF4-FFF2-40B4-BE49-F238E27FC236}">
                  <a16:creationId xmlns:a16="http://schemas.microsoft.com/office/drawing/2014/main" id="{D7659633-77CA-5343-AA5A-F95F88663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" y="2057"/>
              <a:ext cx="355" cy="17"/>
            </a:xfrm>
            <a:custGeom>
              <a:avLst/>
              <a:gdLst>
                <a:gd name="T0" fmla="*/ 234 w 240"/>
                <a:gd name="T1" fmla="*/ 12 h 12"/>
                <a:gd name="T2" fmla="*/ 6 w 240"/>
                <a:gd name="T3" fmla="*/ 12 h 12"/>
                <a:gd name="T4" fmla="*/ 0 w 240"/>
                <a:gd name="T5" fmla="*/ 6 h 12"/>
                <a:gd name="T6" fmla="*/ 6 w 240"/>
                <a:gd name="T7" fmla="*/ 0 h 12"/>
                <a:gd name="T8" fmla="*/ 234 w 240"/>
                <a:gd name="T9" fmla="*/ 0 h 12"/>
                <a:gd name="T10" fmla="*/ 240 w 240"/>
                <a:gd name="T11" fmla="*/ 6 h 12"/>
                <a:gd name="T12" fmla="*/ 234 w 24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0" h="12">
                  <a:moveTo>
                    <a:pt x="23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34" y="0"/>
                    <a:pt x="234" y="0"/>
                    <a:pt x="234" y="0"/>
                  </a:cubicBezTo>
                  <a:cubicBezTo>
                    <a:pt x="238" y="0"/>
                    <a:pt x="240" y="2"/>
                    <a:pt x="240" y="6"/>
                  </a:cubicBezTo>
                  <a:cubicBezTo>
                    <a:pt x="240" y="9"/>
                    <a:pt x="238" y="12"/>
                    <a:pt x="23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</p:grpSp>
      <p:sp>
        <p:nvSpPr>
          <p:cNvPr id="351" name="Freeform 144">
            <a:extLst>
              <a:ext uri="{FF2B5EF4-FFF2-40B4-BE49-F238E27FC236}">
                <a16:creationId xmlns:a16="http://schemas.microsoft.com/office/drawing/2014/main" id="{887C956D-5C6A-EF41-B68E-293B826857D7}"/>
              </a:ext>
            </a:extLst>
          </p:cNvPr>
          <p:cNvSpPr>
            <a:spLocks/>
          </p:cNvSpPr>
          <p:nvPr userDrawn="1"/>
        </p:nvSpPr>
        <p:spPr bwMode="auto">
          <a:xfrm rot="10800000">
            <a:off x="2171887" y="1915146"/>
            <a:ext cx="274440" cy="529622"/>
          </a:xfrm>
          <a:custGeom>
            <a:avLst/>
            <a:gdLst>
              <a:gd name="T0" fmla="*/ 116 w 154"/>
              <a:gd name="T1" fmla="*/ 167 h 297"/>
              <a:gd name="T2" fmla="*/ 83 w 154"/>
              <a:gd name="T3" fmla="*/ 119 h 297"/>
              <a:gd name="T4" fmla="*/ 83 w 154"/>
              <a:gd name="T5" fmla="*/ 18 h 297"/>
              <a:gd name="T6" fmla="*/ 83 w 154"/>
              <a:gd name="T7" fmla="*/ 17 h 297"/>
              <a:gd name="T8" fmla="*/ 83 w 154"/>
              <a:gd name="T9" fmla="*/ 17 h 297"/>
              <a:gd name="T10" fmla="*/ 109 w 154"/>
              <a:gd name="T11" fmla="*/ 34 h 297"/>
              <a:gd name="T12" fmla="*/ 118 w 154"/>
              <a:gd name="T13" fmla="*/ 33 h 297"/>
              <a:gd name="T14" fmla="*/ 119 w 154"/>
              <a:gd name="T15" fmla="*/ 30 h 297"/>
              <a:gd name="T16" fmla="*/ 116 w 154"/>
              <a:gd name="T17" fmla="*/ 25 h 297"/>
              <a:gd name="T18" fmla="*/ 80 w 154"/>
              <a:gd name="T19" fmla="*/ 1 h 297"/>
              <a:gd name="T20" fmla="*/ 80 w 154"/>
              <a:gd name="T21" fmla="*/ 1 h 297"/>
              <a:gd name="T22" fmla="*/ 80 w 154"/>
              <a:gd name="T23" fmla="*/ 1 h 297"/>
              <a:gd name="T24" fmla="*/ 80 w 154"/>
              <a:gd name="T25" fmla="*/ 1 h 297"/>
              <a:gd name="T26" fmla="*/ 79 w 154"/>
              <a:gd name="T27" fmla="*/ 0 h 297"/>
              <a:gd name="T28" fmla="*/ 79 w 154"/>
              <a:gd name="T29" fmla="*/ 0 h 297"/>
              <a:gd name="T30" fmla="*/ 77 w 154"/>
              <a:gd name="T31" fmla="*/ 0 h 297"/>
              <a:gd name="T32" fmla="*/ 77 w 154"/>
              <a:gd name="T33" fmla="*/ 0 h 297"/>
              <a:gd name="T34" fmla="*/ 76 w 154"/>
              <a:gd name="T35" fmla="*/ 0 h 297"/>
              <a:gd name="T36" fmla="*/ 75 w 154"/>
              <a:gd name="T37" fmla="*/ 0 h 297"/>
              <a:gd name="T38" fmla="*/ 74 w 154"/>
              <a:gd name="T39" fmla="*/ 1 h 297"/>
              <a:gd name="T40" fmla="*/ 74 w 154"/>
              <a:gd name="T41" fmla="*/ 1 h 297"/>
              <a:gd name="T42" fmla="*/ 74 w 154"/>
              <a:gd name="T43" fmla="*/ 1 h 297"/>
              <a:gd name="T44" fmla="*/ 74 w 154"/>
              <a:gd name="T45" fmla="*/ 1 h 297"/>
              <a:gd name="T46" fmla="*/ 38 w 154"/>
              <a:gd name="T47" fmla="*/ 25 h 297"/>
              <a:gd name="T48" fmla="*/ 37 w 154"/>
              <a:gd name="T49" fmla="*/ 33 h 297"/>
              <a:gd name="T50" fmla="*/ 45 w 154"/>
              <a:gd name="T51" fmla="*/ 34 h 297"/>
              <a:gd name="T52" fmla="*/ 71 w 154"/>
              <a:gd name="T53" fmla="*/ 17 h 297"/>
              <a:gd name="T54" fmla="*/ 71 w 154"/>
              <a:gd name="T55" fmla="*/ 17 h 297"/>
              <a:gd name="T56" fmla="*/ 71 w 154"/>
              <a:gd name="T57" fmla="*/ 18 h 297"/>
              <a:gd name="T58" fmla="*/ 71 w 154"/>
              <a:gd name="T59" fmla="*/ 119 h 297"/>
              <a:gd name="T60" fmla="*/ 38 w 154"/>
              <a:gd name="T61" fmla="*/ 167 h 297"/>
              <a:gd name="T62" fmla="*/ 0 w 154"/>
              <a:gd name="T63" fmla="*/ 226 h 297"/>
              <a:gd name="T64" fmla="*/ 0 w 154"/>
              <a:gd name="T65" fmla="*/ 255 h 297"/>
              <a:gd name="T66" fmla="*/ 0 w 154"/>
              <a:gd name="T67" fmla="*/ 280 h 297"/>
              <a:gd name="T68" fmla="*/ 0 w 154"/>
              <a:gd name="T69" fmla="*/ 291 h 297"/>
              <a:gd name="T70" fmla="*/ 6 w 154"/>
              <a:gd name="T71" fmla="*/ 297 h 297"/>
              <a:gd name="T72" fmla="*/ 12 w 154"/>
              <a:gd name="T73" fmla="*/ 291 h 297"/>
              <a:gd name="T74" fmla="*/ 12 w 154"/>
              <a:gd name="T75" fmla="*/ 280 h 297"/>
              <a:gd name="T76" fmla="*/ 12 w 154"/>
              <a:gd name="T77" fmla="*/ 280 h 297"/>
              <a:gd name="T78" fmla="*/ 12 w 154"/>
              <a:gd name="T79" fmla="*/ 226 h 297"/>
              <a:gd name="T80" fmla="*/ 45 w 154"/>
              <a:gd name="T81" fmla="*/ 177 h 297"/>
              <a:gd name="T82" fmla="*/ 77 w 154"/>
              <a:gd name="T83" fmla="*/ 146 h 297"/>
              <a:gd name="T84" fmla="*/ 109 w 154"/>
              <a:gd name="T85" fmla="*/ 177 h 297"/>
              <a:gd name="T86" fmla="*/ 142 w 154"/>
              <a:gd name="T87" fmla="*/ 226 h 297"/>
              <a:gd name="T88" fmla="*/ 142 w 154"/>
              <a:gd name="T89" fmla="*/ 280 h 297"/>
              <a:gd name="T90" fmla="*/ 142 w 154"/>
              <a:gd name="T91" fmla="*/ 280 h 297"/>
              <a:gd name="T92" fmla="*/ 142 w 154"/>
              <a:gd name="T93" fmla="*/ 291 h 297"/>
              <a:gd name="T94" fmla="*/ 148 w 154"/>
              <a:gd name="T95" fmla="*/ 297 h 297"/>
              <a:gd name="T96" fmla="*/ 154 w 154"/>
              <a:gd name="T97" fmla="*/ 291 h 297"/>
              <a:gd name="T98" fmla="*/ 154 w 154"/>
              <a:gd name="T99" fmla="*/ 280 h 297"/>
              <a:gd name="T100" fmla="*/ 154 w 154"/>
              <a:gd name="T101" fmla="*/ 255 h 297"/>
              <a:gd name="T102" fmla="*/ 154 w 154"/>
              <a:gd name="T103" fmla="*/ 226 h 297"/>
              <a:gd name="T104" fmla="*/ 116 w 154"/>
              <a:gd name="T105" fmla="*/ 167 h 2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54" h="297">
                <a:moveTo>
                  <a:pt x="116" y="167"/>
                </a:moveTo>
                <a:cubicBezTo>
                  <a:pt x="98" y="156"/>
                  <a:pt x="83" y="146"/>
                  <a:pt x="83" y="119"/>
                </a:cubicBezTo>
                <a:cubicBezTo>
                  <a:pt x="83" y="18"/>
                  <a:pt x="83" y="18"/>
                  <a:pt x="83" y="18"/>
                </a:cubicBezTo>
                <a:cubicBezTo>
                  <a:pt x="83" y="18"/>
                  <a:pt x="83" y="17"/>
                  <a:pt x="83" y="17"/>
                </a:cubicBezTo>
                <a:cubicBezTo>
                  <a:pt x="83" y="17"/>
                  <a:pt x="83" y="17"/>
                  <a:pt x="83" y="17"/>
                </a:cubicBezTo>
                <a:cubicBezTo>
                  <a:pt x="109" y="34"/>
                  <a:pt x="109" y="34"/>
                  <a:pt x="109" y="34"/>
                </a:cubicBezTo>
                <a:cubicBezTo>
                  <a:pt x="112" y="36"/>
                  <a:pt x="116" y="36"/>
                  <a:pt x="118" y="33"/>
                </a:cubicBezTo>
                <a:cubicBezTo>
                  <a:pt x="118" y="32"/>
                  <a:pt x="119" y="31"/>
                  <a:pt x="119" y="30"/>
                </a:cubicBezTo>
                <a:cubicBezTo>
                  <a:pt x="119" y="28"/>
                  <a:pt x="118" y="26"/>
                  <a:pt x="116" y="25"/>
                </a:cubicBezTo>
                <a:cubicBezTo>
                  <a:pt x="80" y="1"/>
                  <a:pt x="80" y="1"/>
                  <a:pt x="80" y="1"/>
                </a:cubicBezTo>
                <a:cubicBezTo>
                  <a:pt x="80" y="1"/>
                  <a:pt x="80" y="1"/>
                  <a:pt x="80" y="1"/>
                </a:cubicBezTo>
                <a:cubicBezTo>
                  <a:pt x="80" y="1"/>
                  <a:pt x="80" y="1"/>
                  <a:pt x="80" y="1"/>
                </a:cubicBezTo>
                <a:cubicBezTo>
                  <a:pt x="80" y="1"/>
                  <a:pt x="80" y="1"/>
                  <a:pt x="80" y="1"/>
                </a:cubicBezTo>
                <a:cubicBezTo>
                  <a:pt x="80" y="1"/>
                  <a:pt x="79" y="0"/>
                  <a:pt x="79" y="0"/>
                </a:cubicBezTo>
                <a:cubicBezTo>
                  <a:pt x="79" y="0"/>
                  <a:pt x="79" y="0"/>
                  <a:pt x="79" y="0"/>
                </a:cubicBezTo>
                <a:cubicBezTo>
                  <a:pt x="78" y="0"/>
                  <a:pt x="78" y="0"/>
                  <a:pt x="77" y="0"/>
                </a:cubicBezTo>
                <a:cubicBezTo>
                  <a:pt x="77" y="0"/>
                  <a:pt x="77" y="0"/>
                  <a:pt x="77" y="0"/>
                </a:cubicBezTo>
                <a:cubicBezTo>
                  <a:pt x="76" y="0"/>
                  <a:pt x="76" y="0"/>
                  <a:pt x="76" y="0"/>
                </a:cubicBezTo>
                <a:cubicBezTo>
                  <a:pt x="75" y="0"/>
                  <a:pt x="75" y="0"/>
                  <a:pt x="75" y="0"/>
                </a:cubicBezTo>
                <a:cubicBezTo>
                  <a:pt x="75" y="0"/>
                  <a:pt x="74" y="1"/>
                  <a:pt x="74" y="1"/>
                </a:cubicBezTo>
                <a:cubicBezTo>
                  <a:pt x="74" y="1"/>
                  <a:pt x="74" y="1"/>
                  <a:pt x="74" y="1"/>
                </a:cubicBezTo>
                <a:cubicBezTo>
                  <a:pt x="74" y="1"/>
                  <a:pt x="74" y="1"/>
                  <a:pt x="74" y="1"/>
                </a:cubicBezTo>
                <a:cubicBezTo>
                  <a:pt x="74" y="1"/>
                  <a:pt x="74" y="1"/>
                  <a:pt x="74" y="1"/>
                </a:cubicBezTo>
                <a:cubicBezTo>
                  <a:pt x="38" y="25"/>
                  <a:pt x="38" y="25"/>
                  <a:pt x="38" y="25"/>
                </a:cubicBezTo>
                <a:cubicBezTo>
                  <a:pt x="35" y="26"/>
                  <a:pt x="35" y="30"/>
                  <a:pt x="37" y="33"/>
                </a:cubicBezTo>
                <a:cubicBezTo>
                  <a:pt x="38" y="36"/>
                  <a:pt x="42" y="36"/>
                  <a:pt x="45" y="34"/>
                </a:cubicBezTo>
                <a:cubicBezTo>
                  <a:pt x="71" y="17"/>
                  <a:pt x="71" y="17"/>
                  <a:pt x="71" y="17"/>
                </a:cubicBezTo>
                <a:cubicBezTo>
                  <a:pt x="71" y="17"/>
                  <a:pt x="71" y="17"/>
                  <a:pt x="71" y="17"/>
                </a:cubicBezTo>
                <a:cubicBezTo>
                  <a:pt x="71" y="17"/>
                  <a:pt x="71" y="18"/>
                  <a:pt x="71" y="18"/>
                </a:cubicBezTo>
                <a:cubicBezTo>
                  <a:pt x="71" y="119"/>
                  <a:pt x="71" y="119"/>
                  <a:pt x="71" y="119"/>
                </a:cubicBezTo>
                <a:cubicBezTo>
                  <a:pt x="71" y="146"/>
                  <a:pt x="56" y="156"/>
                  <a:pt x="38" y="167"/>
                </a:cubicBezTo>
                <a:cubicBezTo>
                  <a:pt x="20" y="179"/>
                  <a:pt x="0" y="193"/>
                  <a:pt x="0" y="226"/>
                </a:cubicBezTo>
                <a:cubicBezTo>
                  <a:pt x="0" y="255"/>
                  <a:pt x="0" y="255"/>
                  <a:pt x="0" y="255"/>
                </a:cubicBezTo>
                <a:cubicBezTo>
                  <a:pt x="0" y="280"/>
                  <a:pt x="0" y="280"/>
                  <a:pt x="0" y="280"/>
                </a:cubicBezTo>
                <a:cubicBezTo>
                  <a:pt x="0" y="291"/>
                  <a:pt x="0" y="291"/>
                  <a:pt x="0" y="291"/>
                </a:cubicBezTo>
                <a:cubicBezTo>
                  <a:pt x="0" y="294"/>
                  <a:pt x="3" y="297"/>
                  <a:pt x="6" y="297"/>
                </a:cubicBezTo>
                <a:cubicBezTo>
                  <a:pt x="9" y="297"/>
                  <a:pt x="12" y="294"/>
                  <a:pt x="12" y="291"/>
                </a:cubicBezTo>
                <a:cubicBezTo>
                  <a:pt x="12" y="280"/>
                  <a:pt x="12" y="280"/>
                  <a:pt x="12" y="280"/>
                </a:cubicBezTo>
                <a:cubicBezTo>
                  <a:pt x="12" y="280"/>
                  <a:pt x="12" y="280"/>
                  <a:pt x="12" y="280"/>
                </a:cubicBezTo>
                <a:cubicBezTo>
                  <a:pt x="12" y="226"/>
                  <a:pt x="12" y="226"/>
                  <a:pt x="12" y="226"/>
                </a:cubicBezTo>
                <a:cubicBezTo>
                  <a:pt x="12" y="199"/>
                  <a:pt x="27" y="189"/>
                  <a:pt x="45" y="177"/>
                </a:cubicBezTo>
                <a:cubicBezTo>
                  <a:pt x="57" y="169"/>
                  <a:pt x="70" y="161"/>
                  <a:pt x="77" y="146"/>
                </a:cubicBezTo>
                <a:cubicBezTo>
                  <a:pt x="84" y="161"/>
                  <a:pt x="97" y="169"/>
                  <a:pt x="109" y="177"/>
                </a:cubicBezTo>
                <a:cubicBezTo>
                  <a:pt x="127" y="189"/>
                  <a:pt x="142" y="199"/>
                  <a:pt x="142" y="226"/>
                </a:cubicBezTo>
                <a:cubicBezTo>
                  <a:pt x="142" y="280"/>
                  <a:pt x="142" y="280"/>
                  <a:pt x="142" y="280"/>
                </a:cubicBezTo>
                <a:cubicBezTo>
                  <a:pt x="142" y="280"/>
                  <a:pt x="142" y="280"/>
                  <a:pt x="142" y="280"/>
                </a:cubicBezTo>
                <a:cubicBezTo>
                  <a:pt x="142" y="291"/>
                  <a:pt x="142" y="291"/>
                  <a:pt x="142" y="291"/>
                </a:cubicBezTo>
                <a:cubicBezTo>
                  <a:pt x="142" y="294"/>
                  <a:pt x="145" y="297"/>
                  <a:pt x="148" y="297"/>
                </a:cubicBezTo>
                <a:cubicBezTo>
                  <a:pt x="152" y="297"/>
                  <a:pt x="154" y="294"/>
                  <a:pt x="154" y="291"/>
                </a:cubicBezTo>
                <a:cubicBezTo>
                  <a:pt x="154" y="280"/>
                  <a:pt x="154" y="280"/>
                  <a:pt x="154" y="280"/>
                </a:cubicBezTo>
                <a:cubicBezTo>
                  <a:pt x="154" y="255"/>
                  <a:pt x="154" y="255"/>
                  <a:pt x="154" y="255"/>
                </a:cubicBezTo>
                <a:cubicBezTo>
                  <a:pt x="154" y="226"/>
                  <a:pt x="154" y="226"/>
                  <a:pt x="154" y="226"/>
                </a:cubicBezTo>
                <a:cubicBezTo>
                  <a:pt x="154" y="193"/>
                  <a:pt x="134" y="179"/>
                  <a:pt x="116" y="1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93CF84E6-DB80-C040-8D2B-6B117435B35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132640" y="1933804"/>
            <a:ext cx="491102" cy="492306"/>
            <a:chOff x="1378" y="455"/>
            <a:chExt cx="408" cy="409"/>
          </a:xfrm>
          <a:solidFill>
            <a:schemeClr val="accent1"/>
          </a:solidFill>
        </p:grpSpPr>
        <p:sp>
          <p:nvSpPr>
            <p:cNvPr id="353" name="Freeform 10">
              <a:extLst>
                <a:ext uri="{FF2B5EF4-FFF2-40B4-BE49-F238E27FC236}">
                  <a16:creationId xmlns:a16="http://schemas.microsoft.com/office/drawing/2014/main" id="{19E0843A-545A-5E44-8AF6-E92D9679B4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2" y="489"/>
              <a:ext cx="340" cy="341"/>
            </a:xfrm>
            <a:custGeom>
              <a:avLst/>
              <a:gdLst>
                <a:gd name="T0" fmla="*/ 115 w 230"/>
                <a:gd name="T1" fmla="*/ 230 h 230"/>
                <a:gd name="T2" fmla="*/ 0 w 230"/>
                <a:gd name="T3" fmla="*/ 115 h 230"/>
                <a:gd name="T4" fmla="*/ 115 w 230"/>
                <a:gd name="T5" fmla="*/ 0 h 230"/>
                <a:gd name="T6" fmla="*/ 230 w 230"/>
                <a:gd name="T7" fmla="*/ 115 h 230"/>
                <a:gd name="T8" fmla="*/ 115 w 230"/>
                <a:gd name="T9" fmla="*/ 230 h 230"/>
                <a:gd name="T10" fmla="*/ 115 w 230"/>
                <a:gd name="T11" fmla="*/ 12 h 230"/>
                <a:gd name="T12" fmla="*/ 12 w 230"/>
                <a:gd name="T13" fmla="*/ 115 h 230"/>
                <a:gd name="T14" fmla="*/ 115 w 230"/>
                <a:gd name="T15" fmla="*/ 218 h 230"/>
                <a:gd name="T16" fmla="*/ 218 w 230"/>
                <a:gd name="T17" fmla="*/ 115 h 230"/>
                <a:gd name="T18" fmla="*/ 115 w 230"/>
                <a:gd name="T19" fmla="*/ 12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0" h="230">
                  <a:moveTo>
                    <a:pt x="115" y="230"/>
                  </a:moveTo>
                  <a:cubicBezTo>
                    <a:pt x="52" y="230"/>
                    <a:pt x="0" y="178"/>
                    <a:pt x="0" y="115"/>
                  </a:cubicBezTo>
                  <a:cubicBezTo>
                    <a:pt x="0" y="51"/>
                    <a:pt x="52" y="0"/>
                    <a:pt x="115" y="0"/>
                  </a:cubicBezTo>
                  <a:cubicBezTo>
                    <a:pt x="179" y="0"/>
                    <a:pt x="230" y="51"/>
                    <a:pt x="230" y="115"/>
                  </a:cubicBezTo>
                  <a:cubicBezTo>
                    <a:pt x="230" y="178"/>
                    <a:pt x="179" y="230"/>
                    <a:pt x="115" y="230"/>
                  </a:cubicBezTo>
                  <a:close/>
                  <a:moveTo>
                    <a:pt x="115" y="12"/>
                  </a:moveTo>
                  <a:cubicBezTo>
                    <a:pt x="59" y="12"/>
                    <a:pt x="12" y="58"/>
                    <a:pt x="12" y="115"/>
                  </a:cubicBezTo>
                  <a:cubicBezTo>
                    <a:pt x="12" y="172"/>
                    <a:pt x="59" y="218"/>
                    <a:pt x="115" y="218"/>
                  </a:cubicBezTo>
                  <a:cubicBezTo>
                    <a:pt x="172" y="218"/>
                    <a:pt x="218" y="172"/>
                    <a:pt x="218" y="115"/>
                  </a:cubicBezTo>
                  <a:cubicBezTo>
                    <a:pt x="218" y="58"/>
                    <a:pt x="172" y="12"/>
                    <a:pt x="115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54" name="Freeform 11">
              <a:extLst>
                <a:ext uri="{FF2B5EF4-FFF2-40B4-BE49-F238E27FC236}">
                  <a16:creationId xmlns:a16="http://schemas.microsoft.com/office/drawing/2014/main" id="{E215F30D-61AD-A146-85D1-7B02FC0B25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98" y="574"/>
              <a:ext cx="170" cy="170"/>
            </a:xfrm>
            <a:custGeom>
              <a:avLst/>
              <a:gdLst>
                <a:gd name="T0" fmla="*/ 57 w 115"/>
                <a:gd name="T1" fmla="*/ 115 h 115"/>
                <a:gd name="T2" fmla="*/ 0 w 115"/>
                <a:gd name="T3" fmla="*/ 58 h 115"/>
                <a:gd name="T4" fmla="*/ 57 w 115"/>
                <a:gd name="T5" fmla="*/ 0 h 115"/>
                <a:gd name="T6" fmla="*/ 115 w 115"/>
                <a:gd name="T7" fmla="*/ 58 h 115"/>
                <a:gd name="T8" fmla="*/ 57 w 115"/>
                <a:gd name="T9" fmla="*/ 115 h 115"/>
                <a:gd name="T10" fmla="*/ 57 w 115"/>
                <a:gd name="T11" fmla="*/ 12 h 115"/>
                <a:gd name="T12" fmla="*/ 12 w 115"/>
                <a:gd name="T13" fmla="*/ 58 h 115"/>
                <a:gd name="T14" fmla="*/ 57 w 115"/>
                <a:gd name="T15" fmla="*/ 103 h 115"/>
                <a:gd name="T16" fmla="*/ 103 w 115"/>
                <a:gd name="T17" fmla="*/ 58 h 115"/>
                <a:gd name="T18" fmla="*/ 57 w 115"/>
                <a:gd name="T19" fmla="*/ 12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5" h="115">
                  <a:moveTo>
                    <a:pt x="57" y="115"/>
                  </a:moveTo>
                  <a:cubicBezTo>
                    <a:pt x="26" y="115"/>
                    <a:pt x="0" y="90"/>
                    <a:pt x="0" y="58"/>
                  </a:cubicBezTo>
                  <a:cubicBezTo>
                    <a:pt x="0" y="26"/>
                    <a:pt x="26" y="0"/>
                    <a:pt x="57" y="0"/>
                  </a:cubicBezTo>
                  <a:cubicBezTo>
                    <a:pt x="89" y="0"/>
                    <a:pt x="115" y="26"/>
                    <a:pt x="115" y="58"/>
                  </a:cubicBezTo>
                  <a:cubicBezTo>
                    <a:pt x="115" y="90"/>
                    <a:pt x="89" y="115"/>
                    <a:pt x="57" y="115"/>
                  </a:cubicBezTo>
                  <a:close/>
                  <a:moveTo>
                    <a:pt x="57" y="12"/>
                  </a:moveTo>
                  <a:cubicBezTo>
                    <a:pt x="32" y="12"/>
                    <a:pt x="12" y="33"/>
                    <a:pt x="12" y="58"/>
                  </a:cubicBezTo>
                  <a:cubicBezTo>
                    <a:pt x="12" y="83"/>
                    <a:pt x="32" y="103"/>
                    <a:pt x="57" y="103"/>
                  </a:cubicBezTo>
                  <a:cubicBezTo>
                    <a:pt x="83" y="103"/>
                    <a:pt x="103" y="83"/>
                    <a:pt x="103" y="58"/>
                  </a:cubicBezTo>
                  <a:cubicBezTo>
                    <a:pt x="103" y="33"/>
                    <a:pt x="83" y="12"/>
                    <a:pt x="57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55" name="Freeform 12">
              <a:extLst>
                <a:ext uri="{FF2B5EF4-FFF2-40B4-BE49-F238E27FC236}">
                  <a16:creationId xmlns:a16="http://schemas.microsoft.com/office/drawing/2014/main" id="{B99AB6FD-96E3-0141-8570-EF1AD69891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3" y="455"/>
              <a:ext cx="18" cy="409"/>
            </a:xfrm>
            <a:custGeom>
              <a:avLst/>
              <a:gdLst>
                <a:gd name="T0" fmla="*/ 6 w 12"/>
                <a:gd name="T1" fmla="*/ 276 h 276"/>
                <a:gd name="T2" fmla="*/ 0 w 12"/>
                <a:gd name="T3" fmla="*/ 270 h 276"/>
                <a:gd name="T4" fmla="*/ 0 w 12"/>
                <a:gd name="T5" fmla="*/ 6 h 276"/>
                <a:gd name="T6" fmla="*/ 6 w 12"/>
                <a:gd name="T7" fmla="*/ 0 h 276"/>
                <a:gd name="T8" fmla="*/ 12 w 12"/>
                <a:gd name="T9" fmla="*/ 6 h 276"/>
                <a:gd name="T10" fmla="*/ 12 w 12"/>
                <a:gd name="T11" fmla="*/ 270 h 276"/>
                <a:gd name="T12" fmla="*/ 6 w 12"/>
                <a:gd name="T13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76">
                  <a:moveTo>
                    <a:pt x="6" y="276"/>
                  </a:moveTo>
                  <a:cubicBezTo>
                    <a:pt x="3" y="276"/>
                    <a:pt x="0" y="273"/>
                    <a:pt x="0" y="27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270"/>
                    <a:pt x="12" y="270"/>
                    <a:pt x="12" y="270"/>
                  </a:cubicBezTo>
                  <a:cubicBezTo>
                    <a:pt x="12" y="273"/>
                    <a:pt x="10" y="276"/>
                    <a:pt x="6" y="2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56" name="Freeform 13">
              <a:extLst>
                <a:ext uri="{FF2B5EF4-FFF2-40B4-BE49-F238E27FC236}">
                  <a16:creationId xmlns:a16="http://schemas.microsoft.com/office/drawing/2014/main" id="{B8756B43-11EC-4C44-B2BA-7B15246B22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8" y="651"/>
              <a:ext cx="408" cy="17"/>
            </a:xfrm>
            <a:custGeom>
              <a:avLst/>
              <a:gdLst>
                <a:gd name="T0" fmla="*/ 270 w 276"/>
                <a:gd name="T1" fmla="*/ 12 h 12"/>
                <a:gd name="T2" fmla="*/ 6 w 276"/>
                <a:gd name="T3" fmla="*/ 12 h 12"/>
                <a:gd name="T4" fmla="*/ 0 w 276"/>
                <a:gd name="T5" fmla="*/ 6 h 12"/>
                <a:gd name="T6" fmla="*/ 6 w 276"/>
                <a:gd name="T7" fmla="*/ 0 h 12"/>
                <a:gd name="T8" fmla="*/ 270 w 276"/>
                <a:gd name="T9" fmla="*/ 0 h 12"/>
                <a:gd name="T10" fmla="*/ 276 w 276"/>
                <a:gd name="T11" fmla="*/ 6 h 12"/>
                <a:gd name="T12" fmla="*/ 270 w 27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6" h="12">
                  <a:moveTo>
                    <a:pt x="27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70" y="0"/>
                    <a:pt x="270" y="0"/>
                    <a:pt x="270" y="0"/>
                  </a:cubicBezTo>
                  <a:cubicBezTo>
                    <a:pt x="274" y="0"/>
                    <a:pt x="276" y="3"/>
                    <a:pt x="276" y="6"/>
                  </a:cubicBezTo>
                  <a:cubicBezTo>
                    <a:pt x="276" y="9"/>
                    <a:pt x="274" y="12"/>
                    <a:pt x="27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357" name="Group 60">
            <a:extLst>
              <a:ext uri="{FF2B5EF4-FFF2-40B4-BE49-F238E27FC236}">
                <a16:creationId xmlns:a16="http://schemas.microsoft.com/office/drawing/2014/main" id="{3B66017D-AE30-3842-A30B-430AD751F9D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34652" y="5494451"/>
            <a:ext cx="481666" cy="480536"/>
            <a:chOff x="348" y="1721"/>
            <a:chExt cx="426" cy="425"/>
          </a:xfrm>
          <a:solidFill>
            <a:schemeClr val="accent1"/>
          </a:solidFill>
        </p:grpSpPr>
        <p:sp>
          <p:nvSpPr>
            <p:cNvPr id="358" name="Freeform 61">
              <a:extLst>
                <a:ext uri="{FF2B5EF4-FFF2-40B4-BE49-F238E27FC236}">
                  <a16:creationId xmlns:a16="http://schemas.microsoft.com/office/drawing/2014/main" id="{2C5B2D4E-1F4D-CB46-A341-2B749AC7F1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8" y="1721"/>
              <a:ext cx="373" cy="372"/>
            </a:xfrm>
            <a:custGeom>
              <a:avLst/>
              <a:gdLst>
                <a:gd name="T0" fmla="*/ 126 w 252"/>
                <a:gd name="T1" fmla="*/ 252 h 252"/>
                <a:gd name="T2" fmla="*/ 0 w 252"/>
                <a:gd name="T3" fmla="*/ 126 h 252"/>
                <a:gd name="T4" fmla="*/ 126 w 252"/>
                <a:gd name="T5" fmla="*/ 0 h 252"/>
                <a:gd name="T6" fmla="*/ 252 w 252"/>
                <a:gd name="T7" fmla="*/ 126 h 252"/>
                <a:gd name="T8" fmla="*/ 126 w 252"/>
                <a:gd name="T9" fmla="*/ 252 h 252"/>
                <a:gd name="T10" fmla="*/ 126 w 252"/>
                <a:gd name="T11" fmla="*/ 12 h 252"/>
                <a:gd name="T12" fmla="*/ 12 w 252"/>
                <a:gd name="T13" fmla="*/ 126 h 252"/>
                <a:gd name="T14" fmla="*/ 126 w 252"/>
                <a:gd name="T15" fmla="*/ 240 h 252"/>
                <a:gd name="T16" fmla="*/ 240 w 252"/>
                <a:gd name="T17" fmla="*/ 126 h 252"/>
                <a:gd name="T18" fmla="*/ 126 w 252"/>
                <a:gd name="T19" fmla="*/ 1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2" h="252">
                  <a:moveTo>
                    <a:pt x="126" y="252"/>
                  </a:moveTo>
                  <a:cubicBezTo>
                    <a:pt x="56" y="252"/>
                    <a:pt x="0" y="195"/>
                    <a:pt x="0" y="126"/>
                  </a:cubicBezTo>
                  <a:cubicBezTo>
                    <a:pt x="0" y="56"/>
                    <a:pt x="56" y="0"/>
                    <a:pt x="126" y="0"/>
                  </a:cubicBezTo>
                  <a:cubicBezTo>
                    <a:pt x="195" y="0"/>
                    <a:pt x="252" y="56"/>
                    <a:pt x="252" y="126"/>
                  </a:cubicBezTo>
                  <a:cubicBezTo>
                    <a:pt x="252" y="195"/>
                    <a:pt x="195" y="252"/>
                    <a:pt x="126" y="252"/>
                  </a:cubicBezTo>
                  <a:close/>
                  <a:moveTo>
                    <a:pt x="126" y="12"/>
                  </a:moveTo>
                  <a:cubicBezTo>
                    <a:pt x="63" y="12"/>
                    <a:pt x="12" y="63"/>
                    <a:pt x="12" y="126"/>
                  </a:cubicBezTo>
                  <a:cubicBezTo>
                    <a:pt x="12" y="188"/>
                    <a:pt x="63" y="240"/>
                    <a:pt x="126" y="240"/>
                  </a:cubicBezTo>
                  <a:cubicBezTo>
                    <a:pt x="188" y="240"/>
                    <a:pt x="240" y="188"/>
                    <a:pt x="240" y="126"/>
                  </a:cubicBezTo>
                  <a:cubicBezTo>
                    <a:pt x="240" y="63"/>
                    <a:pt x="188" y="12"/>
                    <a:pt x="12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59" name="Freeform 62">
              <a:extLst>
                <a:ext uri="{FF2B5EF4-FFF2-40B4-BE49-F238E27FC236}">
                  <a16:creationId xmlns:a16="http://schemas.microsoft.com/office/drawing/2014/main" id="{DD515909-F712-6D4B-BF72-2C4B8885D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" y="2022"/>
              <a:ext cx="124" cy="124"/>
            </a:xfrm>
            <a:custGeom>
              <a:avLst/>
              <a:gdLst>
                <a:gd name="T0" fmla="*/ 78 w 84"/>
                <a:gd name="T1" fmla="*/ 84 h 84"/>
                <a:gd name="T2" fmla="*/ 73 w 84"/>
                <a:gd name="T3" fmla="*/ 82 h 84"/>
                <a:gd name="T4" fmla="*/ 2 w 84"/>
                <a:gd name="T5" fmla="*/ 11 h 84"/>
                <a:gd name="T6" fmla="*/ 2 w 84"/>
                <a:gd name="T7" fmla="*/ 2 h 84"/>
                <a:gd name="T8" fmla="*/ 11 w 84"/>
                <a:gd name="T9" fmla="*/ 2 h 84"/>
                <a:gd name="T10" fmla="*/ 82 w 84"/>
                <a:gd name="T11" fmla="*/ 73 h 84"/>
                <a:gd name="T12" fmla="*/ 82 w 84"/>
                <a:gd name="T13" fmla="*/ 82 h 84"/>
                <a:gd name="T14" fmla="*/ 78 w 84"/>
                <a:gd name="T15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84">
                  <a:moveTo>
                    <a:pt x="78" y="84"/>
                  </a:moveTo>
                  <a:cubicBezTo>
                    <a:pt x="76" y="84"/>
                    <a:pt x="75" y="83"/>
                    <a:pt x="73" y="82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8"/>
                    <a:pt x="0" y="5"/>
                    <a:pt x="2" y="2"/>
                  </a:cubicBezTo>
                  <a:cubicBezTo>
                    <a:pt x="5" y="0"/>
                    <a:pt x="8" y="0"/>
                    <a:pt x="11" y="2"/>
                  </a:cubicBezTo>
                  <a:cubicBezTo>
                    <a:pt x="82" y="73"/>
                    <a:pt x="82" y="73"/>
                    <a:pt x="82" y="73"/>
                  </a:cubicBezTo>
                  <a:cubicBezTo>
                    <a:pt x="84" y="76"/>
                    <a:pt x="84" y="80"/>
                    <a:pt x="82" y="82"/>
                  </a:cubicBezTo>
                  <a:cubicBezTo>
                    <a:pt x="81" y="83"/>
                    <a:pt x="79" y="84"/>
                    <a:pt x="78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60" name="Freeform 63">
              <a:extLst>
                <a:ext uri="{FF2B5EF4-FFF2-40B4-BE49-F238E27FC236}">
                  <a16:creationId xmlns:a16="http://schemas.microsoft.com/office/drawing/2014/main" id="{CC9BE79E-AA71-604B-8FB7-CFEA0AC849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2" y="1783"/>
              <a:ext cx="244" cy="248"/>
            </a:xfrm>
            <a:custGeom>
              <a:avLst/>
              <a:gdLst>
                <a:gd name="T0" fmla="*/ 66 w 165"/>
                <a:gd name="T1" fmla="*/ 168 h 168"/>
                <a:gd name="T2" fmla="*/ 60 w 165"/>
                <a:gd name="T3" fmla="*/ 146 h 168"/>
                <a:gd name="T4" fmla="*/ 27 w 165"/>
                <a:gd name="T5" fmla="*/ 143 h 168"/>
                <a:gd name="T6" fmla="*/ 1 w 165"/>
                <a:gd name="T7" fmla="*/ 110 h 168"/>
                <a:gd name="T8" fmla="*/ 3 w 165"/>
                <a:gd name="T9" fmla="*/ 102 h 168"/>
                <a:gd name="T10" fmla="*/ 17 w 165"/>
                <a:gd name="T11" fmla="*/ 74 h 168"/>
                <a:gd name="T12" fmla="*/ 0 w 165"/>
                <a:gd name="T13" fmla="*/ 62 h 168"/>
                <a:gd name="T14" fmla="*/ 19 w 165"/>
                <a:gd name="T15" fmla="*/ 26 h 168"/>
                <a:gd name="T16" fmla="*/ 42 w 165"/>
                <a:gd name="T17" fmla="*/ 32 h 168"/>
                <a:gd name="T18" fmla="*/ 60 w 165"/>
                <a:gd name="T19" fmla="*/ 6 h 168"/>
                <a:gd name="T20" fmla="*/ 102 w 165"/>
                <a:gd name="T21" fmla="*/ 0 h 168"/>
                <a:gd name="T22" fmla="*/ 108 w 165"/>
                <a:gd name="T23" fmla="*/ 23 h 168"/>
                <a:gd name="T24" fmla="*/ 138 w 165"/>
                <a:gd name="T25" fmla="*/ 24 h 168"/>
                <a:gd name="T26" fmla="*/ 146 w 165"/>
                <a:gd name="T27" fmla="*/ 26 h 168"/>
                <a:gd name="T28" fmla="*/ 165 w 165"/>
                <a:gd name="T29" fmla="*/ 62 h 168"/>
                <a:gd name="T30" fmla="*/ 148 w 165"/>
                <a:gd name="T31" fmla="*/ 74 h 168"/>
                <a:gd name="T32" fmla="*/ 162 w 165"/>
                <a:gd name="T33" fmla="*/ 102 h 168"/>
                <a:gd name="T34" fmla="*/ 164 w 165"/>
                <a:gd name="T35" fmla="*/ 110 h 168"/>
                <a:gd name="T36" fmla="*/ 143 w 165"/>
                <a:gd name="T37" fmla="*/ 144 h 168"/>
                <a:gd name="T38" fmla="*/ 124 w 165"/>
                <a:gd name="T39" fmla="*/ 135 h 168"/>
                <a:gd name="T40" fmla="*/ 108 w 165"/>
                <a:gd name="T41" fmla="*/ 162 h 168"/>
                <a:gd name="T42" fmla="*/ 72 w 165"/>
                <a:gd name="T43" fmla="*/ 156 h 168"/>
                <a:gd name="T44" fmla="*/ 96 w 165"/>
                <a:gd name="T45" fmla="*/ 141 h 168"/>
                <a:gd name="T46" fmla="*/ 120 w 165"/>
                <a:gd name="T47" fmla="*/ 123 h 168"/>
                <a:gd name="T48" fmla="*/ 139 w 165"/>
                <a:gd name="T49" fmla="*/ 130 h 168"/>
                <a:gd name="T50" fmla="*/ 138 w 165"/>
                <a:gd name="T51" fmla="*/ 102 h 168"/>
                <a:gd name="T52" fmla="*/ 135 w 165"/>
                <a:gd name="T53" fmla="*/ 72 h 168"/>
                <a:gd name="T54" fmla="*/ 151 w 165"/>
                <a:gd name="T55" fmla="*/ 58 h 168"/>
                <a:gd name="T56" fmla="*/ 127 w 165"/>
                <a:gd name="T57" fmla="*/ 45 h 168"/>
                <a:gd name="T58" fmla="*/ 100 w 165"/>
                <a:gd name="T59" fmla="*/ 32 h 168"/>
                <a:gd name="T60" fmla="*/ 96 w 165"/>
                <a:gd name="T61" fmla="*/ 12 h 168"/>
                <a:gd name="T62" fmla="*/ 72 w 165"/>
                <a:gd name="T63" fmla="*/ 26 h 168"/>
                <a:gd name="T64" fmla="*/ 47 w 165"/>
                <a:gd name="T65" fmla="*/ 44 h 168"/>
                <a:gd name="T66" fmla="*/ 27 w 165"/>
                <a:gd name="T67" fmla="*/ 37 h 168"/>
                <a:gd name="T68" fmla="*/ 27 w 165"/>
                <a:gd name="T69" fmla="*/ 65 h 168"/>
                <a:gd name="T70" fmla="*/ 30 w 165"/>
                <a:gd name="T71" fmla="*/ 95 h 168"/>
                <a:gd name="T72" fmla="*/ 14 w 165"/>
                <a:gd name="T73" fmla="*/ 109 h 168"/>
                <a:gd name="T74" fmla="*/ 40 w 165"/>
                <a:gd name="T75" fmla="*/ 123 h 168"/>
                <a:gd name="T76" fmla="*/ 67 w 165"/>
                <a:gd name="T77" fmla="*/ 135 h 168"/>
                <a:gd name="T78" fmla="*/ 72 w 165"/>
                <a:gd name="T7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65" h="168">
                  <a:moveTo>
                    <a:pt x="102" y="168"/>
                  </a:moveTo>
                  <a:cubicBezTo>
                    <a:pt x="66" y="168"/>
                    <a:pt x="66" y="168"/>
                    <a:pt x="66" y="168"/>
                  </a:cubicBezTo>
                  <a:cubicBezTo>
                    <a:pt x="63" y="168"/>
                    <a:pt x="60" y="165"/>
                    <a:pt x="60" y="162"/>
                  </a:cubicBezTo>
                  <a:cubicBezTo>
                    <a:pt x="60" y="146"/>
                    <a:pt x="60" y="146"/>
                    <a:pt x="60" y="146"/>
                  </a:cubicBezTo>
                  <a:cubicBezTo>
                    <a:pt x="52" y="143"/>
                    <a:pt x="47" y="139"/>
                    <a:pt x="42" y="135"/>
                  </a:cubicBezTo>
                  <a:cubicBezTo>
                    <a:pt x="27" y="143"/>
                    <a:pt x="27" y="143"/>
                    <a:pt x="27" y="143"/>
                  </a:cubicBezTo>
                  <a:cubicBezTo>
                    <a:pt x="24" y="145"/>
                    <a:pt x="21" y="144"/>
                    <a:pt x="19" y="141"/>
                  </a:cubicBezTo>
                  <a:cubicBezTo>
                    <a:pt x="1" y="110"/>
                    <a:pt x="1" y="110"/>
                    <a:pt x="1" y="110"/>
                  </a:cubicBezTo>
                  <a:cubicBezTo>
                    <a:pt x="0" y="109"/>
                    <a:pt x="0" y="107"/>
                    <a:pt x="0" y="106"/>
                  </a:cubicBezTo>
                  <a:cubicBezTo>
                    <a:pt x="1" y="104"/>
                    <a:pt x="2" y="103"/>
                    <a:pt x="3" y="102"/>
                  </a:cubicBezTo>
                  <a:cubicBezTo>
                    <a:pt x="17" y="94"/>
                    <a:pt x="17" y="94"/>
                    <a:pt x="17" y="94"/>
                  </a:cubicBezTo>
                  <a:cubicBezTo>
                    <a:pt x="16" y="87"/>
                    <a:pt x="16" y="80"/>
                    <a:pt x="17" y="74"/>
                  </a:cubicBezTo>
                  <a:cubicBezTo>
                    <a:pt x="3" y="65"/>
                    <a:pt x="3" y="65"/>
                    <a:pt x="3" y="65"/>
                  </a:cubicBezTo>
                  <a:cubicBezTo>
                    <a:pt x="2" y="65"/>
                    <a:pt x="1" y="63"/>
                    <a:pt x="0" y="62"/>
                  </a:cubicBezTo>
                  <a:cubicBezTo>
                    <a:pt x="0" y="60"/>
                    <a:pt x="0" y="59"/>
                    <a:pt x="1" y="5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21" y="23"/>
                    <a:pt x="25" y="22"/>
                    <a:pt x="27" y="24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7" y="28"/>
                    <a:pt x="52" y="24"/>
                    <a:pt x="60" y="22"/>
                  </a:cubicBezTo>
                  <a:cubicBezTo>
                    <a:pt x="60" y="6"/>
                    <a:pt x="60" y="6"/>
                    <a:pt x="60" y="6"/>
                  </a:cubicBezTo>
                  <a:cubicBezTo>
                    <a:pt x="60" y="2"/>
                    <a:pt x="63" y="0"/>
                    <a:pt x="66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105" y="0"/>
                    <a:pt x="108" y="2"/>
                    <a:pt x="108" y="6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15" y="26"/>
                    <a:pt x="120" y="29"/>
                    <a:pt x="124" y="32"/>
                  </a:cubicBezTo>
                  <a:cubicBezTo>
                    <a:pt x="138" y="24"/>
                    <a:pt x="138" y="24"/>
                    <a:pt x="138" y="24"/>
                  </a:cubicBezTo>
                  <a:cubicBezTo>
                    <a:pt x="139" y="23"/>
                    <a:pt x="141" y="23"/>
                    <a:pt x="143" y="23"/>
                  </a:cubicBezTo>
                  <a:cubicBezTo>
                    <a:pt x="144" y="24"/>
                    <a:pt x="146" y="25"/>
                    <a:pt x="146" y="26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5" y="59"/>
                    <a:pt x="165" y="60"/>
                    <a:pt x="165" y="62"/>
                  </a:cubicBezTo>
                  <a:cubicBezTo>
                    <a:pt x="165" y="63"/>
                    <a:pt x="164" y="65"/>
                    <a:pt x="162" y="65"/>
                  </a:cubicBezTo>
                  <a:cubicBezTo>
                    <a:pt x="148" y="74"/>
                    <a:pt x="148" y="74"/>
                    <a:pt x="148" y="74"/>
                  </a:cubicBezTo>
                  <a:cubicBezTo>
                    <a:pt x="149" y="80"/>
                    <a:pt x="149" y="87"/>
                    <a:pt x="148" y="94"/>
                  </a:cubicBezTo>
                  <a:cubicBezTo>
                    <a:pt x="162" y="102"/>
                    <a:pt x="162" y="102"/>
                    <a:pt x="162" y="102"/>
                  </a:cubicBezTo>
                  <a:cubicBezTo>
                    <a:pt x="164" y="103"/>
                    <a:pt x="165" y="104"/>
                    <a:pt x="165" y="106"/>
                  </a:cubicBezTo>
                  <a:cubicBezTo>
                    <a:pt x="165" y="107"/>
                    <a:pt x="165" y="109"/>
                    <a:pt x="164" y="110"/>
                  </a:cubicBezTo>
                  <a:cubicBezTo>
                    <a:pt x="146" y="141"/>
                    <a:pt x="146" y="141"/>
                    <a:pt x="146" y="141"/>
                  </a:cubicBezTo>
                  <a:cubicBezTo>
                    <a:pt x="146" y="143"/>
                    <a:pt x="144" y="144"/>
                    <a:pt x="143" y="144"/>
                  </a:cubicBezTo>
                  <a:cubicBezTo>
                    <a:pt x="141" y="144"/>
                    <a:pt x="139" y="144"/>
                    <a:pt x="138" y="143"/>
                  </a:cubicBezTo>
                  <a:cubicBezTo>
                    <a:pt x="124" y="135"/>
                    <a:pt x="124" y="135"/>
                    <a:pt x="124" y="135"/>
                  </a:cubicBezTo>
                  <a:cubicBezTo>
                    <a:pt x="120" y="138"/>
                    <a:pt x="115" y="142"/>
                    <a:pt x="108" y="145"/>
                  </a:cubicBezTo>
                  <a:cubicBezTo>
                    <a:pt x="108" y="162"/>
                    <a:pt x="108" y="162"/>
                    <a:pt x="108" y="162"/>
                  </a:cubicBezTo>
                  <a:cubicBezTo>
                    <a:pt x="108" y="165"/>
                    <a:pt x="105" y="168"/>
                    <a:pt x="102" y="168"/>
                  </a:cubicBezTo>
                  <a:close/>
                  <a:moveTo>
                    <a:pt x="72" y="156"/>
                  </a:moveTo>
                  <a:cubicBezTo>
                    <a:pt x="96" y="156"/>
                    <a:pt x="96" y="156"/>
                    <a:pt x="96" y="156"/>
                  </a:cubicBezTo>
                  <a:cubicBezTo>
                    <a:pt x="96" y="141"/>
                    <a:pt x="96" y="141"/>
                    <a:pt x="96" y="141"/>
                  </a:cubicBezTo>
                  <a:cubicBezTo>
                    <a:pt x="96" y="139"/>
                    <a:pt x="97" y="136"/>
                    <a:pt x="100" y="135"/>
                  </a:cubicBezTo>
                  <a:cubicBezTo>
                    <a:pt x="109" y="131"/>
                    <a:pt x="115" y="127"/>
                    <a:pt x="120" y="123"/>
                  </a:cubicBezTo>
                  <a:cubicBezTo>
                    <a:pt x="122" y="122"/>
                    <a:pt x="125" y="121"/>
                    <a:pt x="127" y="123"/>
                  </a:cubicBezTo>
                  <a:cubicBezTo>
                    <a:pt x="139" y="130"/>
                    <a:pt x="139" y="130"/>
                    <a:pt x="139" y="130"/>
                  </a:cubicBezTo>
                  <a:cubicBezTo>
                    <a:pt x="151" y="109"/>
                    <a:pt x="151" y="109"/>
                    <a:pt x="151" y="109"/>
                  </a:cubicBezTo>
                  <a:cubicBezTo>
                    <a:pt x="138" y="102"/>
                    <a:pt x="138" y="102"/>
                    <a:pt x="138" y="102"/>
                  </a:cubicBezTo>
                  <a:cubicBezTo>
                    <a:pt x="136" y="101"/>
                    <a:pt x="135" y="98"/>
                    <a:pt x="135" y="95"/>
                  </a:cubicBezTo>
                  <a:cubicBezTo>
                    <a:pt x="137" y="87"/>
                    <a:pt x="137" y="80"/>
                    <a:pt x="135" y="72"/>
                  </a:cubicBezTo>
                  <a:cubicBezTo>
                    <a:pt x="135" y="69"/>
                    <a:pt x="136" y="67"/>
                    <a:pt x="138" y="65"/>
                  </a:cubicBezTo>
                  <a:cubicBezTo>
                    <a:pt x="151" y="58"/>
                    <a:pt x="151" y="58"/>
                    <a:pt x="151" y="58"/>
                  </a:cubicBezTo>
                  <a:cubicBezTo>
                    <a:pt x="139" y="37"/>
                    <a:pt x="139" y="37"/>
                    <a:pt x="139" y="3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5" y="46"/>
                    <a:pt x="122" y="46"/>
                    <a:pt x="120" y="44"/>
                  </a:cubicBezTo>
                  <a:cubicBezTo>
                    <a:pt x="116" y="40"/>
                    <a:pt x="109" y="36"/>
                    <a:pt x="100" y="32"/>
                  </a:cubicBezTo>
                  <a:cubicBezTo>
                    <a:pt x="97" y="31"/>
                    <a:pt x="96" y="29"/>
                    <a:pt x="96" y="26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26"/>
                    <a:pt x="72" y="26"/>
                    <a:pt x="72" y="26"/>
                  </a:cubicBezTo>
                  <a:cubicBezTo>
                    <a:pt x="72" y="29"/>
                    <a:pt x="70" y="32"/>
                    <a:pt x="67" y="32"/>
                  </a:cubicBezTo>
                  <a:cubicBezTo>
                    <a:pt x="57" y="35"/>
                    <a:pt x="53" y="38"/>
                    <a:pt x="47" y="44"/>
                  </a:cubicBezTo>
                  <a:cubicBezTo>
                    <a:pt x="45" y="45"/>
                    <a:pt x="42" y="46"/>
                    <a:pt x="40" y="45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14" y="58"/>
                    <a:pt x="14" y="58"/>
                    <a:pt x="14" y="58"/>
                  </a:cubicBezTo>
                  <a:cubicBezTo>
                    <a:pt x="27" y="65"/>
                    <a:pt x="27" y="65"/>
                    <a:pt x="27" y="65"/>
                  </a:cubicBezTo>
                  <a:cubicBezTo>
                    <a:pt x="29" y="67"/>
                    <a:pt x="31" y="69"/>
                    <a:pt x="30" y="72"/>
                  </a:cubicBezTo>
                  <a:cubicBezTo>
                    <a:pt x="28" y="80"/>
                    <a:pt x="28" y="88"/>
                    <a:pt x="30" y="95"/>
                  </a:cubicBezTo>
                  <a:cubicBezTo>
                    <a:pt x="31" y="98"/>
                    <a:pt x="29" y="101"/>
                    <a:pt x="27" y="102"/>
                  </a:cubicBezTo>
                  <a:cubicBezTo>
                    <a:pt x="14" y="109"/>
                    <a:pt x="14" y="109"/>
                    <a:pt x="14" y="109"/>
                  </a:cubicBezTo>
                  <a:cubicBezTo>
                    <a:pt x="26" y="130"/>
                    <a:pt x="26" y="130"/>
                    <a:pt x="26" y="130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2" y="121"/>
                    <a:pt x="45" y="122"/>
                    <a:pt x="47" y="123"/>
                  </a:cubicBezTo>
                  <a:cubicBezTo>
                    <a:pt x="53" y="129"/>
                    <a:pt x="57" y="133"/>
                    <a:pt x="67" y="135"/>
                  </a:cubicBezTo>
                  <a:cubicBezTo>
                    <a:pt x="70" y="136"/>
                    <a:pt x="72" y="138"/>
                    <a:pt x="72" y="141"/>
                  </a:cubicBezTo>
                  <a:lnTo>
                    <a:pt x="72" y="1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61" name="Freeform 64">
              <a:extLst>
                <a:ext uri="{FF2B5EF4-FFF2-40B4-BE49-F238E27FC236}">
                  <a16:creationId xmlns:a16="http://schemas.microsoft.com/office/drawing/2014/main" id="{7949AA08-1950-4A44-91C1-8E34BD10E5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0" y="1863"/>
              <a:ext cx="89" cy="88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3" y="60"/>
                    <a:pt x="0" y="46"/>
                    <a:pt x="0" y="30"/>
                  </a:cubicBezTo>
                  <a:cubicBezTo>
                    <a:pt x="0" y="13"/>
                    <a:pt x="13" y="0"/>
                    <a:pt x="30" y="0"/>
                  </a:cubicBezTo>
                  <a:cubicBezTo>
                    <a:pt x="46" y="0"/>
                    <a:pt x="60" y="13"/>
                    <a:pt x="60" y="30"/>
                  </a:cubicBezTo>
                  <a:cubicBezTo>
                    <a:pt x="60" y="46"/>
                    <a:pt x="46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</p:grpSp>
      <p:grpSp>
        <p:nvGrpSpPr>
          <p:cNvPr id="362" name="Group 83">
            <a:extLst>
              <a:ext uri="{FF2B5EF4-FFF2-40B4-BE49-F238E27FC236}">
                <a16:creationId xmlns:a16="http://schemas.microsoft.com/office/drawing/2014/main" id="{EFF1C6C9-655D-274A-BF87-2269FFB3606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959261" y="4300132"/>
            <a:ext cx="479568" cy="490720"/>
            <a:chOff x="1580" y="1910"/>
            <a:chExt cx="387" cy="396"/>
          </a:xfrm>
          <a:solidFill>
            <a:schemeClr val="accent4"/>
          </a:solidFill>
        </p:grpSpPr>
        <p:sp>
          <p:nvSpPr>
            <p:cNvPr id="363" name="Freeform 84">
              <a:extLst>
                <a:ext uri="{FF2B5EF4-FFF2-40B4-BE49-F238E27FC236}">
                  <a16:creationId xmlns:a16="http://schemas.microsoft.com/office/drawing/2014/main" id="{A5BD3BA6-1E5D-A147-A5E7-38A35AFB2F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55" y="1982"/>
              <a:ext cx="238" cy="252"/>
            </a:xfrm>
            <a:custGeom>
              <a:avLst/>
              <a:gdLst>
                <a:gd name="T0" fmla="*/ 0 w 156"/>
                <a:gd name="T1" fmla="*/ 78 h 169"/>
                <a:gd name="T2" fmla="*/ 54 w 156"/>
                <a:gd name="T3" fmla="*/ 163 h 169"/>
                <a:gd name="T4" fmla="*/ 96 w 156"/>
                <a:gd name="T5" fmla="*/ 169 h 169"/>
                <a:gd name="T6" fmla="*/ 102 w 156"/>
                <a:gd name="T7" fmla="*/ 153 h 169"/>
                <a:gd name="T8" fmla="*/ 78 w 156"/>
                <a:gd name="T9" fmla="*/ 0 h 169"/>
                <a:gd name="T10" fmla="*/ 90 w 156"/>
                <a:gd name="T11" fmla="*/ 148 h 169"/>
                <a:gd name="T12" fmla="*/ 66 w 156"/>
                <a:gd name="T13" fmla="*/ 157 h 169"/>
                <a:gd name="T14" fmla="*/ 61 w 156"/>
                <a:gd name="T15" fmla="*/ 142 h 169"/>
                <a:gd name="T16" fmla="*/ 63 w 156"/>
                <a:gd name="T17" fmla="*/ 133 h 169"/>
                <a:gd name="T18" fmla="*/ 67 w 156"/>
                <a:gd name="T19" fmla="*/ 110 h 169"/>
                <a:gd name="T20" fmla="*/ 58 w 156"/>
                <a:gd name="T21" fmla="*/ 89 h 169"/>
                <a:gd name="T22" fmla="*/ 53 w 156"/>
                <a:gd name="T23" fmla="*/ 78 h 169"/>
                <a:gd name="T24" fmla="*/ 56 w 156"/>
                <a:gd name="T25" fmla="*/ 67 h 169"/>
                <a:gd name="T26" fmla="*/ 55 w 156"/>
                <a:gd name="T27" fmla="*/ 57 h 169"/>
                <a:gd name="T28" fmla="*/ 82 w 156"/>
                <a:gd name="T29" fmla="*/ 44 h 169"/>
                <a:gd name="T30" fmla="*/ 99 w 156"/>
                <a:gd name="T31" fmla="*/ 67 h 169"/>
                <a:gd name="T32" fmla="*/ 102 w 156"/>
                <a:gd name="T33" fmla="*/ 78 h 169"/>
                <a:gd name="T34" fmla="*/ 102 w 156"/>
                <a:gd name="T35" fmla="*/ 83 h 169"/>
                <a:gd name="T36" fmla="*/ 92 w 156"/>
                <a:gd name="T37" fmla="*/ 105 h 169"/>
                <a:gd name="T38" fmla="*/ 89 w 156"/>
                <a:gd name="T39" fmla="*/ 127 h 169"/>
                <a:gd name="T40" fmla="*/ 105 w 156"/>
                <a:gd name="T41" fmla="*/ 138 h 169"/>
                <a:gd name="T42" fmla="*/ 118 w 156"/>
                <a:gd name="T43" fmla="*/ 131 h 169"/>
                <a:gd name="T44" fmla="*/ 100 w 156"/>
                <a:gd name="T45" fmla="*/ 114 h 169"/>
                <a:gd name="T46" fmla="*/ 114 w 156"/>
                <a:gd name="T47" fmla="*/ 80 h 169"/>
                <a:gd name="T48" fmla="*/ 111 w 156"/>
                <a:gd name="T49" fmla="*/ 69 h 169"/>
                <a:gd name="T50" fmla="*/ 82 w 156"/>
                <a:gd name="T51" fmla="*/ 33 h 169"/>
                <a:gd name="T52" fmla="*/ 44 w 156"/>
                <a:gd name="T53" fmla="*/ 49 h 169"/>
                <a:gd name="T54" fmla="*/ 43 w 156"/>
                <a:gd name="T55" fmla="*/ 71 h 169"/>
                <a:gd name="T56" fmla="*/ 46 w 156"/>
                <a:gd name="T57" fmla="*/ 93 h 169"/>
                <a:gd name="T58" fmla="*/ 55 w 156"/>
                <a:gd name="T59" fmla="*/ 123 h 169"/>
                <a:gd name="T60" fmla="*/ 12 w 156"/>
                <a:gd name="T61" fmla="*/ 78 h 169"/>
                <a:gd name="T62" fmla="*/ 144 w 156"/>
                <a:gd name="T63" fmla="*/ 7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56" h="169">
                  <a:moveTo>
                    <a:pt x="78" y="0"/>
                  </a:moveTo>
                  <a:cubicBezTo>
                    <a:pt x="35" y="0"/>
                    <a:pt x="0" y="35"/>
                    <a:pt x="0" y="78"/>
                  </a:cubicBezTo>
                  <a:cubicBezTo>
                    <a:pt x="0" y="112"/>
                    <a:pt x="22" y="142"/>
                    <a:pt x="54" y="153"/>
                  </a:cubicBezTo>
                  <a:cubicBezTo>
                    <a:pt x="54" y="163"/>
                    <a:pt x="54" y="163"/>
                    <a:pt x="54" y="163"/>
                  </a:cubicBezTo>
                  <a:cubicBezTo>
                    <a:pt x="54" y="166"/>
                    <a:pt x="56" y="169"/>
                    <a:pt x="60" y="169"/>
                  </a:cubicBezTo>
                  <a:cubicBezTo>
                    <a:pt x="96" y="169"/>
                    <a:pt x="96" y="169"/>
                    <a:pt x="96" y="169"/>
                  </a:cubicBezTo>
                  <a:cubicBezTo>
                    <a:pt x="99" y="169"/>
                    <a:pt x="102" y="166"/>
                    <a:pt x="102" y="163"/>
                  </a:cubicBezTo>
                  <a:cubicBezTo>
                    <a:pt x="102" y="153"/>
                    <a:pt x="102" y="153"/>
                    <a:pt x="102" y="153"/>
                  </a:cubicBezTo>
                  <a:cubicBezTo>
                    <a:pt x="134" y="142"/>
                    <a:pt x="156" y="112"/>
                    <a:pt x="156" y="78"/>
                  </a:cubicBezTo>
                  <a:cubicBezTo>
                    <a:pt x="156" y="35"/>
                    <a:pt x="121" y="0"/>
                    <a:pt x="78" y="0"/>
                  </a:cubicBezTo>
                  <a:close/>
                  <a:moveTo>
                    <a:pt x="94" y="142"/>
                  </a:moveTo>
                  <a:cubicBezTo>
                    <a:pt x="92" y="143"/>
                    <a:pt x="90" y="145"/>
                    <a:pt x="90" y="148"/>
                  </a:cubicBezTo>
                  <a:cubicBezTo>
                    <a:pt x="90" y="157"/>
                    <a:pt x="90" y="157"/>
                    <a:pt x="90" y="157"/>
                  </a:cubicBezTo>
                  <a:cubicBezTo>
                    <a:pt x="66" y="157"/>
                    <a:pt x="66" y="157"/>
                    <a:pt x="66" y="157"/>
                  </a:cubicBezTo>
                  <a:cubicBezTo>
                    <a:pt x="66" y="148"/>
                    <a:pt x="66" y="148"/>
                    <a:pt x="66" y="148"/>
                  </a:cubicBezTo>
                  <a:cubicBezTo>
                    <a:pt x="66" y="145"/>
                    <a:pt x="64" y="143"/>
                    <a:pt x="61" y="142"/>
                  </a:cubicBezTo>
                  <a:cubicBezTo>
                    <a:pt x="57" y="141"/>
                    <a:pt x="54" y="140"/>
                    <a:pt x="50" y="138"/>
                  </a:cubicBezTo>
                  <a:cubicBezTo>
                    <a:pt x="54" y="136"/>
                    <a:pt x="59" y="135"/>
                    <a:pt x="63" y="133"/>
                  </a:cubicBezTo>
                  <a:cubicBezTo>
                    <a:pt x="65" y="132"/>
                    <a:pt x="67" y="130"/>
                    <a:pt x="67" y="127"/>
                  </a:cubicBezTo>
                  <a:cubicBezTo>
                    <a:pt x="67" y="110"/>
                    <a:pt x="67" y="110"/>
                    <a:pt x="67" y="110"/>
                  </a:cubicBezTo>
                  <a:cubicBezTo>
                    <a:pt x="67" y="108"/>
                    <a:pt x="65" y="106"/>
                    <a:pt x="63" y="105"/>
                  </a:cubicBezTo>
                  <a:cubicBezTo>
                    <a:pt x="63" y="105"/>
                    <a:pt x="58" y="102"/>
                    <a:pt x="58" y="89"/>
                  </a:cubicBezTo>
                  <a:cubicBezTo>
                    <a:pt x="58" y="86"/>
                    <a:pt x="56" y="84"/>
                    <a:pt x="54" y="84"/>
                  </a:cubicBezTo>
                  <a:cubicBezTo>
                    <a:pt x="53" y="83"/>
                    <a:pt x="52" y="80"/>
                    <a:pt x="53" y="78"/>
                  </a:cubicBezTo>
                  <a:cubicBezTo>
                    <a:pt x="56" y="78"/>
                    <a:pt x="58" y="75"/>
                    <a:pt x="58" y="72"/>
                  </a:cubicBezTo>
                  <a:cubicBezTo>
                    <a:pt x="58" y="71"/>
                    <a:pt x="58" y="69"/>
                    <a:pt x="56" y="67"/>
                  </a:cubicBezTo>
                  <a:cubicBezTo>
                    <a:pt x="54" y="60"/>
                    <a:pt x="53" y="58"/>
                    <a:pt x="53" y="57"/>
                  </a:cubicBezTo>
                  <a:cubicBezTo>
                    <a:pt x="54" y="57"/>
                    <a:pt x="54" y="57"/>
                    <a:pt x="55" y="57"/>
                  </a:cubicBezTo>
                  <a:cubicBezTo>
                    <a:pt x="58" y="58"/>
                    <a:pt x="61" y="56"/>
                    <a:pt x="62" y="53"/>
                  </a:cubicBezTo>
                  <a:cubicBezTo>
                    <a:pt x="63" y="48"/>
                    <a:pt x="72" y="44"/>
                    <a:pt x="82" y="44"/>
                  </a:cubicBezTo>
                  <a:cubicBezTo>
                    <a:pt x="92" y="44"/>
                    <a:pt x="100" y="48"/>
                    <a:pt x="102" y="53"/>
                  </a:cubicBezTo>
                  <a:cubicBezTo>
                    <a:pt x="103" y="58"/>
                    <a:pt x="100" y="64"/>
                    <a:pt x="99" y="67"/>
                  </a:cubicBezTo>
                  <a:cubicBezTo>
                    <a:pt x="98" y="69"/>
                    <a:pt x="97" y="71"/>
                    <a:pt x="97" y="72"/>
                  </a:cubicBezTo>
                  <a:cubicBezTo>
                    <a:pt x="97" y="75"/>
                    <a:pt x="100" y="78"/>
                    <a:pt x="102" y="78"/>
                  </a:cubicBezTo>
                  <a:cubicBezTo>
                    <a:pt x="103" y="78"/>
                    <a:pt x="103" y="79"/>
                    <a:pt x="103" y="79"/>
                  </a:cubicBezTo>
                  <a:cubicBezTo>
                    <a:pt x="103" y="81"/>
                    <a:pt x="102" y="82"/>
                    <a:pt x="102" y="83"/>
                  </a:cubicBezTo>
                  <a:cubicBezTo>
                    <a:pt x="99" y="84"/>
                    <a:pt x="97" y="86"/>
                    <a:pt x="97" y="89"/>
                  </a:cubicBezTo>
                  <a:cubicBezTo>
                    <a:pt x="97" y="101"/>
                    <a:pt x="93" y="104"/>
                    <a:pt x="92" y="105"/>
                  </a:cubicBezTo>
                  <a:cubicBezTo>
                    <a:pt x="90" y="106"/>
                    <a:pt x="89" y="108"/>
                    <a:pt x="89" y="110"/>
                  </a:cubicBezTo>
                  <a:cubicBezTo>
                    <a:pt x="89" y="127"/>
                    <a:pt x="89" y="127"/>
                    <a:pt x="89" y="127"/>
                  </a:cubicBezTo>
                  <a:cubicBezTo>
                    <a:pt x="89" y="130"/>
                    <a:pt x="90" y="132"/>
                    <a:pt x="92" y="133"/>
                  </a:cubicBezTo>
                  <a:cubicBezTo>
                    <a:pt x="97" y="135"/>
                    <a:pt x="101" y="136"/>
                    <a:pt x="105" y="138"/>
                  </a:cubicBezTo>
                  <a:cubicBezTo>
                    <a:pt x="102" y="140"/>
                    <a:pt x="98" y="141"/>
                    <a:pt x="94" y="142"/>
                  </a:cubicBezTo>
                  <a:close/>
                  <a:moveTo>
                    <a:pt x="118" y="131"/>
                  </a:moveTo>
                  <a:cubicBezTo>
                    <a:pt x="112" y="128"/>
                    <a:pt x="106" y="126"/>
                    <a:pt x="100" y="123"/>
                  </a:cubicBezTo>
                  <a:cubicBezTo>
                    <a:pt x="100" y="114"/>
                    <a:pt x="100" y="114"/>
                    <a:pt x="100" y="114"/>
                  </a:cubicBezTo>
                  <a:cubicBezTo>
                    <a:pt x="104" y="111"/>
                    <a:pt x="108" y="105"/>
                    <a:pt x="109" y="93"/>
                  </a:cubicBezTo>
                  <a:cubicBezTo>
                    <a:pt x="112" y="90"/>
                    <a:pt x="114" y="85"/>
                    <a:pt x="114" y="80"/>
                  </a:cubicBezTo>
                  <a:cubicBezTo>
                    <a:pt x="114" y="76"/>
                    <a:pt x="114" y="74"/>
                    <a:pt x="112" y="71"/>
                  </a:cubicBezTo>
                  <a:cubicBezTo>
                    <a:pt x="112" y="71"/>
                    <a:pt x="111" y="70"/>
                    <a:pt x="111" y="69"/>
                  </a:cubicBezTo>
                  <a:cubicBezTo>
                    <a:pt x="113" y="65"/>
                    <a:pt x="115" y="57"/>
                    <a:pt x="113" y="50"/>
                  </a:cubicBezTo>
                  <a:cubicBezTo>
                    <a:pt x="110" y="37"/>
                    <a:pt x="94" y="33"/>
                    <a:pt x="82" y="33"/>
                  </a:cubicBezTo>
                  <a:cubicBezTo>
                    <a:pt x="71" y="33"/>
                    <a:pt x="58" y="36"/>
                    <a:pt x="53" y="45"/>
                  </a:cubicBezTo>
                  <a:cubicBezTo>
                    <a:pt x="49" y="45"/>
                    <a:pt x="46" y="46"/>
                    <a:pt x="44" y="49"/>
                  </a:cubicBezTo>
                  <a:cubicBezTo>
                    <a:pt x="39" y="55"/>
                    <a:pt x="42" y="64"/>
                    <a:pt x="45" y="69"/>
                  </a:cubicBezTo>
                  <a:cubicBezTo>
                    <a:pt x="44" y="70"/>
                    <a:pt x="44" y="71"/>
                    <a:pt x="43" y="71"/>
                  </a:cubicBezTo>
                  <a:cubicBezTo>
                    <a:pt x="42" y="74"/>
                    <a:pt x="41" y="77"/>
                    <a:pt x="41" y="80"/>
                  </a:cubicBezTo>
                  <a:cubicBezTo>
                    <a:pt x="41" y="85"/>
                    <a:pt x="43" y="90"/>
                    <a:pt x="46" y="93"/>
                  </a:cubicBezTo>
                  <a:cubicBezTo>
                    <a:pt x="47" y="105"/>
                    <a:pt x="51" y="111"/>
                    <a:pt x="55" y="114"/>
                  </a:cubicBezTo>
                  <a:cubicBezTo>
                    <a:pt x="55" y="123"/>
                    <a:pt x="55" y="123"/>
                    <a:pt x="55" y="123"/>
                  </a:cubicBezTo>
                  <a:cubicBezTo>
                    <a:pt x="49" y="126"/>
                    <a:pt x="43" y="128"/>
                    <a:pt x="38" y="131"/>
                  </a:cubicBezTo>
                  <a:cubicBezTo>
                    <a:pt x="22" y="119"/>
                    <a:pt x="12" y="100"/>
                    <a:pt x="12" y="78"/>
                  </a:cubicBezTo>
                  <a:cubicBezTo>
                    <a:pt x="12" y="42"/>
                    <a:pt x="41" y="12"/>
                    <a:pt x="78" y="12"/>
                  </a:cubicBezTo>
                  <a:cubicBezTo>
                    <a:pt x="114" y="12"/>
                    <a:pt x="144" y="42"/>
                    <a:pt x="144" y="78"/>
                  </a:cubicBezTo>
                  <a:cubicBezTo>
                    <a:pt x="144" y="100"/>
                    <a:pt x="134" y="119"/>
                    <a:pt x="118" y="1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64" name="Freeform 85">
              <a:extLst>
                <a:ext uri="{FF2B5EF4-FFF2-40B4-BE49-F238E27FC236}">
                  <a16:creationId xmlns:a16="http://schemas.microsoft.com/office/drawing/2014/main" id="{16B4A2A5-EFF3-D844-8BFB-D9FC0A674E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6" y="2288"/>
              <a:ext cx="36" cy="18"/>
            </a:xfrm>
            <a:custGeom>
              <a:avLst/>
              <a:gdLst>
                <a:gd name="T0" fmla="*/ 18 w 24"/>
                <a:gd name="T1" fmla="*/ 0 h 12"/>
                <a:gd name="T2" fmla="*/ 6 w 24"/>
                <a:gd name="T3" fmla="*/ 0 h 12"/>
                <a:gd name="T4" fmla="*/ 0 w 24"/>
                <a:gd name="T5" fmla="*/ 6 h 12"/>
                <a:gd name="T6" fmla="*/ 6 w 24"/>
                <a:gd name="T7" fmla="*/ 12 h 12"/>
                <a:gd name="T8" fmla="*/ 18 w 24"/>
                <a:gd name="T9" fmla="*/ 12 h 12"/>
                <a:gd name="T10" fmla="*/ 24 w 24"/>
                <a:gd name="T11" fmla="*/ 6 h 12"/>
                <a:gd name="T12" fmla="*/ 18 w 24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cubicBezTo>
                    <a:pt x="0" y="9"/>
                    <a:pt x="2" y="12"/>
                    <a:pt x="6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21" y="12"/>
                    <a:pt x="24" y="9"/>
                    <a:pt x="24" y="6"/>
                  </a:cubicBezTo>
                  <a:cubicBezTo>
                    <a:pt x="24" y="2"/>
                    <a:pt x="21" y="0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65" name="Freeform 86">
              <a:extLst>
                <a:ext uri="{FF2B5EF4-FFF2-40B4-BE49-F238E27FC236}">
                  <a16:creationId xmlns:a16="http://schemas.microsoft.com/office/drawing/2014/main" id="{01032911-E44E-6A44-B3AE-2C20E895BD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2252"/>
              <a:ext cx="74" cy="18"/>
            </a:xfrm>
            <a:custGeom>
              <a:avLst/>
              <a:gdLst>
                <a:gd name="T0" fmla="*/ 42 w 48"/>
                <a:gd name="T1" fmla="*/ 0 h 12"/>
                <a:gd name="T2" fmla="*/ 6 w 48"/>
                <a:gd name="T3" fmla="*/ 0 h 12"/>
                <a:gd name="T4" fmla="*/ 0 w 48"/>
                <a:gd name="T5" fmla="*/ 6 h 12"/>
                <a:gd name="T6" fmla="*/ 6 w 48"/>
                <a:gd name="T7" fmla="*/ 12 h 12"/>
                <a:gd name="T8" fmla="*/ 42 w 48"/>
                <a:gd name="T9" fmla="*/ 12 h 12"/>
                <a:gd name="T10" fmla="*/ 48 w 48"/>
                <a:gd name="T11" fmla="*/ 6 h 12"/>
                <a:gd name="T12" fmla="*/ 42 w 48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cubicBezTo>
                    <a:pt x="0" y="9"/>
                    <a:pt x="2" y="12"/>
                    <a:pt x="6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5" y="12"/>
                    <a:pt x="48" y="9"/>
                    <a:pt x="48" y="6"/>
                  </a:cubicBezTo>
                  <a:cubicBezTo>
                    <a:pt x="48" y="2"/>
                    <a:pt x="45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66" name="Freeform 87">
              <a:extLst>
                <a:ext uri="{FF2B5EF4-FFF2-40B4-BE49-F238E27FC236}">
                  <a16:creationId xmlns:a16="http://schemas.microsoft.com/office/drawing/2014/main" id="{329745C6-8CE0-9B43-A51F-DC7EC13E0A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5" y="1910"/>
              <a:ext cx="18" cy="54"/>
            </a:xfrm>
            <a:custGeom>
              <a:avLst/>
              <a:gdLst>
                <a:gd name="T0" fmla="*/ 6 w 12"/>
                <a:gd name="T1" fmla="*/ 36 h 36"/>
                <a:gd name="T2" fmla="*/ 12 w 12"/>
                <a:gd name="T3" fmla="*/ 30 h 36"/>
                <a:gd name="T4" fmla="*/ 12 w 12"/>
                <a:gd name="T5" fmla="*/ 6 h 36"/>
                <a:gd name="T6" fmla="*/ 6 w 12"/>
                <a:gd name="T7" fmla="*/ 0 h 36"/>
                <a:gd name="T8" fmla="*/ 0 w 12"/>
                <a:gd name="T9" fmla="*/ 6 h 36"/>
                <a:gd name="T10" fmla="*/ 0 w 12"/>
                <a:gd name="T11" fmla="*/ 30 h 36"/>
                <a:gd name="T12" fmla="*/ 6 w 12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36">
                  <a:moveTo>
                    <a:pt x="6" y="36"/>
                  </a:moveTo>
                  <a:cubicBezTo>
                    <a:pt x="9" y="36"/>
                    <a:pt x="12" y="34"/>
                    <a:pt x="12" y="30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3"/>
                    <a:pt x="9" y="0"/>
                    <a:pt x="6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4"/>
                    <a:pt x="2" y="36"/>
                    <a:pt x="6" y="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67" name="Freeform 88">
              <a:extLst>
                <a:ext uri="{FF2B5EF4-FFF2-40B4-BE49-F238E27FC236}">
                  <a16:creationId xmlns:a16="http://schemas.microsoft.com/office/drawing/2014/main" id="{8FA27E58-1649-0041-A7D0-1488B173F4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2" y="2089"/>
              <a:ext cx="55" cy="18"/>
            </a:xfrm>
            <a:custGeom>
              <a:avLst/>
              <a:gdLst>
                <a:gd name="T0" fmla="*/ 30 w 36"/>
                <a:gd name="T1" fmla="*/ 0 h 12"/>
                <a:gd name="T2" fmla="*/ 6 w 36"/>
                <a:gd name="T3" fmla="*/ 0 h 12"/>
                <a:gd name="T4" fmla="*/ 0 w 36"/>
                <a:gd name="T5" fmla="*/ 6 h 12"/>
                <a:gd name="T6" fmla="*/ 6 w 36"/>
                <a:gd name="T7" fmla="*/ 12 h 12"/>
                <a:gd name="T8" fmla="*/ 30 w 36"/>
                <a:gd name="T9" fmla="*/ 12 h 12"/>
                <a:gd name="T10" fmla="*/ 36 w 36"/>
                <a:gd name="T11" fmla="*/ 6 h 12"/>
                <a:gd name="T12" fmla="*/ 30 w 36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10"/>
                    <a:pt x="2" y="12"/>
                    <a:pt x="6" y="12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33" y="12"/>
                    <a:pt x="36" y="10"/>
                    <a:pt x="36" y="6"/>
                  </a:cubicBezTo>
                  <a:cubicBezTo>
                    <a:pt x="36" y="3"/>
                    <a:pt x="33" y="0"/>
                    <a:pt x="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68" name="Freeform 89">
              <a:extLst>
                <a:ext uri="{FF2B5EF4-FFF2-40B4-BE49-F238E27FC236}">
                  <a16:creationId xmlns:a16="http://schemas.microsoft.com/office/drawing/2014/main" id="{09F7C906-F808-E349-BEC7-3B3085AFF7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0" y="2089"/>
              <a:ext cx="55" cy="18"/>
            </a:xfrm>
            <a:custGeom>
              <a:avLst/>
              <a:gdLst>
                <a:gd name="T0" fmla="*/ 30 w 36"/>
                <a:gd name="T1" fmla="*/ 0 h 12"/>
                <a:gd name="T2" fmla="*/ 6 w 36"/>
                <a:gd name="T3" fmla="*/ 0 h 12"/>
                <a:gd name="T4" fmla="*/ 0 w 36"/>
                <a:gd name="T5" fmla="*/ 6 h 12"/>
                <a:gd name="T6" fmla="*/ 6 w 36"/>
                <a:gd name="T7" fmla="*/ 12 h 12"/>
                <a:gd name="T8" fmla="*/ 30 w 36"/>
                <a:gd name="T9" fmla="*/ 12 h 12"/>
                <a:gd name="T10" fmla="*/ 36 w 36"/>
                <a:gd name="T11" fmla="*/ 6 h 12"/>
                <a:gd name="T12" fmla="*/ 30 w 36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2"/>
                    <a:pt x="6" y="12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34" y="12"/>
                    <a:pt x="36" y="10"/>
                    <a:pt x="36" y="6"/>
                  </a:cubicBezTo>
                  <a:cubicBezTo>
                    <a:pt x="36" y="3"/>
                    <a:pt x="34" y="0"/>
                    <a:pt x="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69" name="Freeform 90">
              <a:extLst>
                <a:ext uri="{FF2B5EF4-FFF2-40B4-BE49-F238E27FC236}">
                  <a16:creationId xmlns:a16="http://schemas.microsoft.com/office/drawing/2014/main" id="{7A702297-D13A-8649-B1E4-169139C5B8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1" y="1949"/>
              <a:ext cx="58" cy="57"/>
            </a:xfrm>
            <a:custGeom>
              <a:avLst/>
              <a:gdLst>
                <a:gd name="T0" fmla="*/ 27 w 38"/>
                <a:gd name="T1" fmla="*/ 37 h 38"/>
                <a:gd name="T2" fmla="*/ 32 w 38"/>
                <a:gd name="T3" fmla="*/ 38 h 38"/>
                <a:gd name="T4" fmla="*/ 36 w 38"/>
                <a:gd name="T5" fmla="*/ 37 h 38"/>
                <a:gd name="T6" fmla="*/ 36 w 38"/>
                <a:gd name="T7" fmla="*/ 28 h 38"/>
                <a:gd name="T8" fmla="*/ 10 w 38"/>
                <a:gd name="T9" fmla="*/ 3 h 38"/>
                <a:gd name="T10" fmla="*/ 2 w 38"/>
                <a:gd name="T11" fmla="*/ 3 h 38"/>
                <a:gd name="T12" fmla="*/ 2 w 38"/>
                <a:gd name="T13" fmla="*/ 11 h 38"/>
                <a:gd name="T14" fmla="*/ 27 w 38"/>
                <a:gd name="T15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" h="38">
                  <a:moveTo>
                    <a:pt x="27" y="37"/>
                  </a:moveTo>
                  <a:cubicBezTo>
                    <a:pt x="29" y="38"/>
                    <a:pt x="30" y="38"/>
                    <a:pt x="32" y="38"/>
                  </a:cubicBezTo>
                  <a:cubicBezTo>
                    <a:pt x="33" y="38"/>
                    <a:pt x="35" y="38"/>
                    <a:pt x="36" y="37"/>
                  </a:cubicBezTo>
                  <a:cubicBezTo>
                    <a:pt x="38" y="34"/>
                    <a:pt x="38" y="31"/>
                    <a:pt x="36" y="28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8" y="0"/>
                    <a:pt x="4" y="0"/>
                    <a:pt x="2" y="3"/>
                  </a:cubicBezTo>
                  <a:cubicBezTo>
                    <a:pt x="0" y="5"/>
                    <a:pt x="0" y="9"/>
                    <a:pt x="2" y="11"/>
                  </a:cubicBezTo>
                  <a:lnTo>
                    <a:pt x="27" y="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70" name="Freeform 91">
              <a:extLst>
                <a:ext uri="{FF2B5EF4-FFF2-40B4-BE49-F238E27FC236}">
                  <a16:creationId xmlns:a16="http://schemas.microsoft.com/office/drawing/2014/main" id="{B529D1D4-ACB6-4044-80CA-AB16AF0C45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7" y="1949"/>
              <a:ext cx="60" cy="57"/>
            </a:xfrm>
            <a:custGeom>
              <a:avLst/>
              <a:gdLst>
                <a:gd name="T0" fmla="*/ 7 w 39"/>
                <a:gd name="T1" fmla="*/ 38 h 38"/>
                <a:gd name="T2" fmla="*/ 11 w 39"/>
                <a:gd name="T3" fmla="*/ 37 h 38"/>
                <a:gd name="T4" fmla="*/ 36 w 39"/>
                <a:gd name="T5" fmla="*/ 11 h 38"/>
                <a:gd name="T6" fmla="*/ 36 w 39"/>
                <a:gd name="T7" fmla="*/ 3 h 38"/>
                <a:gd name="T8" fmla="*/ 28 w 39"/>
                <a:gd name="T9" fmla="*/ 3 h 38"/>
                <a:gd name="T10" fmla="*/ 2 w 39"/>
                <a:gd name="T11" fmla="*/ 28 h 38"/>
                <a:gd name="T12" fmla="*/ 2 w 39"/>
                <a:gd name="T13" fmla="*/ 37 h 38"/>
                <a:gd name="T14" fmla="*/ 7 w 39"/>
                <a:gd name="T1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" h="38">
                  <a:moveTo>
                    <a:pt x="7" y="38"/>
                  </a:moveTo>
                  <a:cubicBezTo>
                    <a:pt x="8" y="38"/>
                    <a:pt x="10" y="38"/>
                    <a:pt x="11" y="37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9" y="9"/>
                    <a:pt x="39" y="5"/>
                    <a:pt x="36" y="3"/>
                  </a:cubicBezTo>
                  <a:cubicBezTo>
                    <a:pt x="34" y="0"/>
                    <a:pt x="30" y="0"/>
                    <a:pt x="28" y="3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0" y="31"/>
                    <a:pt x="0" y="34"/>
                    <a:pt x="2" y="37"/>
                  </a:cubicBezTo>
                  <a:cubicBezTo>
                    <a:pt x="4" y="38"/>
                    <a:pt x="5" y="38"/>
                    <a:pt x="7" y="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</p:grpSp>
      <p:grpSp>
        <p:nvGrpSpPr>
          <p:cNvPr id="371" name="Group 56">
            <a:extLst>
              <a:ext uri="{FF2B5EF4-FFF2-40B4-BE49-F238E27FC236}">
                <a16:creationId xmlns:a16="http://schemas.microsoft.com/office/drawing/2014/main" id="{754010E9-6578-4145-B63E-FE551FCF0B3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8400111" y="1923077"/>
            <a:ext cx="513762" cy="513760"/>
            <a:chOff x="6721" y="600"/>
            <a:chExt cx="426" cy="426"/>
          </a:xfrm>
          <a:solidFill>
            <a:schemeClr val="accent4"/>
          </a:solidFill>
        </p:grpSpPr>
        <p:sp>
          <p:nvSpPr>
            <p:cNvPr id="372" name="Freeform 57">
              <a:extLst>
                <a:ext uri="{FF2B5EF4-FFF2-40B4-BE49-F238E27FC236}">
                  <a16:creationId xmlns:a16="http://schemas.microsoft.com/office/drawing/2014/main" id="{E54CC8A3-2BE8-4348-8408-7A6C774ED7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1" y="600"/>
              <a:ext cx="426" cy="426"/>
            </a:xfrm>
            <a:custGeom>
              <a:avLst/>
              <a:gdLst>
                <a:gd name="T0" fmla="*/ 144 w 288"/>
                <a:gd name="T1" fmla="*/ 288 h 288"/>
                <a:gd name="T2" fmla="*/ 0 w 288"/>
                <a:gd name="T3" fmla="*/ 144 h 288"/>
                <a:gd name="T4" fmla="*/ 144 w 288"/>
                <a:gd name="T5" fmla="*/ 0 h 288"/>
                <a:gd name="T6" fmla="*/ 288 w 288"/>
                <a:gd name="T7" fmla="*/ 144 h 288"/>
                <a:gd name="T8" fmla="*/ 282 w 288"/>
                <a:gd name="T9" fmla="*/ 150 h 288"/>
                <a:gd name="T10" fmla="*/ 276 w 288"/>
                <a:gd name="T11" fmla="*/ 144 h 288"/>
                <a:gd name="T12" fmla="*/ 144 w 288"/>
                <a:gd name="T13" fmla="*/ 12 h 288"/>
                <a:gd name="T14" fmla="*/ 12 w 288"/>
                <a:gd name="T15" fmla="*/ 144 h 288"/>
                <a:gd name="T16" fmla="*/ 144 w 288"/>
                <a:gd name="T17" fmla="*/ 276 h 288"/>
                <a:gd name="T18" fmla="*/ 190 w 288"/>
                <a:gd name="T19" fmla="*/ 268 h 288"/>
                <a:gd name="T20" fmla="*/ 198 w 288"/>
                <a:gd name="T21" fmla="*/ 272 h 288"/>
                <a:gd name="T22" fmla="*/ 194 w 288"/>
                <a:gd name="T23" fmla="*/ 280 h 288"/>
                <a:gd name="T24" fmla="*/ 144 w 288"/>
                <a:gd name="T25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8" h="288">
                  <a:moveTo>
                    <a:pt x="144" y="288"/>
                  </a:moveTo>
                  <a:cubicBezTo>
                    <a:pt x="65" y="288"/>
                    <a:pt x="0" y="224"/>
                    <a:pt x="0" y="144"/>
                  </a:cubicBezTo>
                  <a:cubicBezTo>
                    <a:pt x="0" y="65"/>
                    <a:pt x="65" y="0"/>
                    <a:pt x="144" y="0"/>
                  </a:cubicBezTo>
                  <a:cubicBezTo>
                    <a:pt x="224" y="0"/>
                    <a:pt x="288" y="65"/>
                    <a:pt x="288" y="144"/>
                  </a:cubicBezTo>
                  <a:cubicBezTo>
                    <a:pt x="288" y="148"/>
                    <a:pt x="286" y="150"/>
                    <a:pt x="282" y="150"/>
                  </a:cubicBezTo>
                  <a:cubicBezTo>
                    <a:pt x="279" y="150"/>
                    <a:pt x="276" y="148"/>
                    <a:pt x="276" y="144"/>
                  </a:cubicBezTo>
                  <a:cubicBezTo>
                    <a:pt x="276" y="71"/>
                    <a:pt x="217" y="12"/>
                    <a:pt x="144" y="12"/>
                  </a:cubicBezTo>
                  <a:cubicBezTo>
                    <a:pt x="72" y="12"/>
                    <a:pt x="12" y="71"/>
                    <a:pt x="12" y="144"/>
                  </a:cubicBezTo>
                  <a:cubicBezTo>
                    <a:pt x="12" y="217"/>
                    <a:pt x="72" y="276"/>
                    <a:pt x="144" y="276"/>
                  </a:cubicBezTo>
                  <a:cubicBezTo>
                    <a:pt x="160" y="276"/>
                    <a:pt x="175" y="274"/>
                    <a:pt x="190" y="268"/>
                  </a:cubicBezTo>
                  <a:cubicBezTo>
                    <a:pt x="193" y="267"/>
                    <a:pt x="196" y="269"/>
                    <a:pt x="198" y="272"/>
                  </a:cubicBezTo>
                  <a:cubicBezTo>
                    <a:pt x="199" y="275"/>
                    <a:pt x="197" y="278"/>
                    <a:pt x="194" y="280"/>
                  </a:cubicBezTo>
                  <a:cubicBezTo>
                    <a:pt x="178" y="285"/>
                    <a:pt x="161" y="288"/>
                    <a:pt x="144" y="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AU"/>
            </a:p>
          </p:txBody>
        </p:sp>
        <p:sp>
          <p:nvSpPr>
            <p:cNvPr id="373" name="Freeform 58">
              <a:extLst>
                <a:ext uri="{FF2B5EF4-FFF2-40B4-BE49-F238E27FC236}">
                  <a16:creationId xmlns:a16="http://schemas.microsoft.com/office/drawing/2014/main" id="{468ADAAF-C6DA-A647-AC52-16E1AB8E8D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87" y="813"/>
              <a:ext cx="160" cy="213"/>
            </a:xfrm>
            <a:custGeom>
              <a:avLst/>
              <a:gdLst>
                <a:gd name="T0" fmla="*/ 54 w 108"/>
                <a:gd name="T1" fmla="*/ 144 h 144"/>
                <a:gd name="T2" fmla="*/ 50 w 108"/>
                <a:gd name="T3" fmla="*/ 142 h 144"/>
                <a:gd name="T4" fmla="*/ 0 w 108"/>
                <a:gd name="T5" fmla="*/ 54 h 144"/>
                <a:gd name="T6" fmla="*/ 54 w 108"/>
                <a:gd name="T7" fmla="*/ 0 h 144"/>
                <a:gd name="T8" fmla="*/ 108 w 108"/>
                <a:gd name="T9" fmla="*/ 54 h 144"/>
                <a:gd name="T10" fmla="*/ 59 w 108"/>
                <a:gd name="T11" fmla="*/ 142 h 144"/>
                <a:gd name="T12" fmla="*/ 54 w 108"/>
                <a:gd name="T13" fmla="*/ 144 h 144"/>
                <a:gd name="T14" fmla="*/ 54 w 108"/>
                <a:gd name="T15" fmla="*/ 12 h 144"/>
                <a:gd name="T16" fmla="*/ 12 w 108"/>
                <a:gd name="T17" fmla="*/ 54 h 144"/>
                <a:gd name="T18" fmla="*/ 54 w 108"/>
                <a:gd name="T19" fmla="*/ 129 h 144"/>
                <a:gd name="T20" fmla="*/ 96 w 108"/>
                <a:gd name="T21" fmla="*/ 54 h 144"/>
                <a:gd name="T22" fmla="*/ 54 w 108"/>
                <a:gd name="T23" fmla="*/ 12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8" h="144">
                  <a:moveTo>
                    <a:pt x="54" y="144"/>
                  </a:moveTo>
                  <a:cubicBezTo>
                    <a:pt x="53" y="144"/>
                    <a:pt x="51" y="143"/>
                    <a:pt x="50" y="142"/>
                  </a:cubicBezTo>
                  <a:cubicBezTo>
                    <a:pt x="45" y="136"/>
                    <a:pt x="0" y="82"/>
                    <a:pt x="0" y="54"/>
                  </a:cubicBezTo>
                  <a:cubicBezTo>
                    <a:pt x="0" y="24"/>
                    <a:pt x="25" y="0"/>
                    <a:pt x="54" y="0"/>
                  </a:cubicBezTo>
                  <a:cubicBezTo>
                    <a:pt x="84" y="0"/>
                    <a:pt x="108" y="24"/>
                    <a:pt x="108" y="54"/>
                  </a:cubicBezTo>
                  <a:cubicBezTo>
                    <a:pt x="108" y="82"/>
                    <a:pt x="64" y="136"/>
                    <a:pt x="59" y="142"/>
                  </a:cubicBezTo>
                  <a:cubicBezTo>
                    <a:pt x="58" y="143"/>
                    <a:pt x="56" y="144"/>
                    <a:pt x="54" y="144"/>
                  </a:cubicBezTo>
                  <a:close/>
                  <a:moveTo>
                    <a:pt x="54" y="12"/>
                  </a:moveTo>
                  <a:cubicBezTo>
                    <a:pt x="31" y="12"/>
                    <a:pt x="12" y="31"/>
                    <a:pt x="12" y="54"/>
                  </a:cubicBezTo>
                  <a:cubicBezTo>
                    <a:pt x="12" y="72"/>
                    <a:pt x="40" y="110"/>
                    <a:pt x="54" y="129"/>
                  </a:cubicBezTo>
                  <a:cubicBezTo>
                    <a:pt x="69" y="110"/>
                    <a:pt x="96" y="72"/>
                    <a:pt x="96" y="54"/>
                  </a:cubicBezTo>
                  <a:cubicBezTo>
                    <a:pt x="96" y="31"/>
                    <a:pt x="78" y="12"/>
                    <a:pt x="54" y="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AU"/>
            </a:p>
          </p:txBody>
        </p:sp>
        <p:sp>
          <p:nvSpPr>
            <p:cNvPr id="374" name="Freeform 59">
              <a:extLst>
                <a:ext uri="{FF2B5EF4-FFF2-40B4-BE49-F238E27FC236}">
                  <a16:creationId xmlns:a16="http://schemas.microsoft.com/office/drawing/2014/main" id="{1D2D45F1-2BA4-144E-BFD4-CF2AE4D806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32" y="857"/>
              <a:ext cx="71" cy="71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8" y="0"/>
                    <a:pt x="48" y="11"/>
                    <a:pt x="48" y="24"/>
                  </a:cubicBezTo>
                  <a:cubicBezTo>
                    <a:pt x="48" y="37"/>
                    <a:pt x="38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8"/>
                    <a:pt x="12" y="24"/>
                  </a:cubicBezTo>
                  <a:cubicBezTo>
                    <a:pt x="12" y="31"/>
                    <a:pt x="18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AU"/>
            </a:p>
          </p:txBody>
        </p:sp>
        <p:sp>
          <p:nvSpPr>
            <p:cNvPr id="375" name="Freeform 60">
              <a:extLst>
                <a:ext uri="{FF2B5EF4-FFF2-40B4-BE49-F238E27FC236}">
                  <a16:creationId xmlns:a16="http://schemas.microsoft.com/office/drawing/2014/main" id="{B9008D23-F674-6448-903D-C3B5D32E5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2" y="607"/>
              <a:ext cx="213" cy="313"/>
            </a:xfrm>
            <a:custGeom>
              <a:avLst/>
              <a:gdLst>
                <a:gd name="T0" fmla="*/ 66 w 144"/>
                <a:gd name="T1" fmla="*/ 211 h 211"/>
                <a:gd name="T2" fmla="*/ 60 w 144"/>
                <a:gd name="T3" fmla="*/ 205 h 211"/>
                <a:gd name="T4" fmla="*/ 60 w 144"/>
                <a:gd name="T5" fmla="*/ 178 h 211"/>
                <a:gd name="T6" fmla="*/ 3 w 144"/>
                <a:gd name="T7" fmla="*/ 132 h 211"/>
                <a:gd name="T8" fmla="*/ 1 w 144"/>
                <a:gd name="T9" fmla="*/ 124 h 211"/>
                <a:gd name="T10" fmla="*/ 28 w 144"/>
                <a:gd name="T11" fmla="*/ 82 h 211"/>
                <a:gd name="T12" fmla="*/ 33 w 144"/>
                <a:gd name="T13" fmla="*/ 79 h 211"/>
                <a:gd name="T14" fmla="*/ 96 w 144"/>
                <a:gd name="T15" fmla="*/ 79 h 211"/>
                <a:gd name="T16" fmla="*/ 96 w 144"/>
                <a:gd name="T17" fmla="*/ 52 h 211"/>
                <a:gd name="T18" fmla="*/ 81 w 144"/>
                <a:gd name="T19" fmla="*/ 42 h 211"/>
                <a:gd name="T20" fmla="*/ 78 w 144"/>
                <a:gd name="T21" fmla="*/ 37 h 211"/>
                <a:gd name="T22" fmla="*/ 81 w 144"/>
                <a:gd name="T23" fmla="*/ 32 h 211"/>
                <a:gd name="T24" fmla="*/ 134 w 144"/>
                <a:gd name="T25" fmla="*/ 2 h 211"/>
                <a:gd name="T26" fmla="*/ 142 w 144"/>
                <a:gd name="T27" fmla="*/ 4 h 211"/>
                <a:gd name="T28" fmla="*/ 140 w 144"/>
                <a:gd name="T29" fmla="*/ 12 h 211"/>
                <a:gd name="T30" fmla="*/ 96 w 144"/>
                <a:gd name="T31" fmla="*/ 38 h 211"/>
                <a:gd name="T32" fmla="*/ 106 w 144"/>
                <a:gd name="T33" fmla="*/ 44 h 211"/>
                <a:gd name="T34" fmla="*/ 108 w 144"/>
                <a:gd name="T35" fmla="*/ 49 h 211"/>
                <a:gd name="T36" fmla="*/ 108 w 144"/>
                <a:gd name="T37" fmla="*/ 85 h 211"/>
                <a:gd name="T38" fmla="*/ 102 w 144"/>
                <a:gd name="T39" fmla="*/ 91 h 211"/>
                <a:gd name="T40" fmla="*/ 37 w 144"/>
                <a:gd name="T41" fmla="*/ 91 h 211"/>
                <a:gd name="T42" fmla="*/ 14 w 144"/>
                <a:gd name="T43" fmla="*/ 126 h 211"/>
                <a:gd name="T44" fmla="*/ 70 w 144"/>
                <a:gd name="T45" fmla="*/ 171 h 211"/>
                <a:gd name="T46" fmla="*/ 72 w 144"/>
                <a:gd name="T47" fmla="*/ 175 h 211"/>
                <a:gd name="T48" fmla="*/ 72 w 144"/>
                <a:gd name="T49" fmla="*/ 205 h 211"/>
                <a:gd name="T50" fmla="*/ 66 w 144"/>
                <a:gd name="T51" fmla="*/ 211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4" h="211">
                  <a:moveTo>
                    <a:pt x="66" y="211"/>
                  </a:moveTo>
                  <a:cubicBezTo>
                    <a:pt x="63" y="211"/>
                    <a:pt x="60" y="209"/>
                    <a:pt x="60" y="205"/>
                  </a:cubicBezTo>
                  <a:cubicBezTo>
                    <a:pt x="60" y="178"/>
                    <a:pt x="60" y="178"/>
                    <a:pt x="60" y="178"/>
                  </a:cubicBezTo>
                  <a:cubicBezTo>
                    <a:pt x="3" y="132"/>
                    <a:pt x="3" y="132"/>
                    <a:pt x="3" y="132"/>
                  </a:cubicBezTo>
                  <a:cubicBezTo>
                    <a:pt x="0" y="130"/>
                    <a:pt x="0" y="127"/>
                    <a:pt x="1" y="124"/>
                  </a:cubicBezTo>
                  <a:cubicBezTo>
                    <a:pt x="28" y="82"/>
                    <a:pt x="28" y="82"/>
                    <a:pt x="28" y="82"/>
                  </a:cubicBezTo>
                  <a:cubicBezTo>
                    <a:pt x="30" y="80"/>
                    <a:pt x="31" y="79"/>
                    <a:pt x="33" y="79"/>
                  </a:cubicBezTo>
                  <a:cubicBezTo>
                    <a:pt x="96" y="79"/>
                    <a:pt x="96" y="79"/>
                    <a:pt x="96" y="79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81" y="42"/>
                    <a:pt x="81" y="42"/>
                    <a:pt x="81" y="42"/>
                  </a:cubicBezTo>
                  <a:cubicBezTo>
                    <a:pt x="79" y="41"/>
                    <a:pt x="78" y="39"/>
                    <a:pt x="78" y="37"/>
                  </a:cubicBezTo>
                  <a:cubicBezTo>
                    <a:pt x="79" y="35"/>
                    <a:pt x="80" y="33"/>
                    <a:pt x="81" y="32"/>
                  </a:cubicBezTo>
                  <a:cubicBezTo>
                    <a:pt x="134" y="2"/>
                    <a:pt x="134" y="2"/>
                    <a:pt x="134" y="2"/>
                  </a:cubicBezTo>
                  <a:cubicBezTo>
                    <a:pt x="137" y="0"/>
                    <a:pt x="140" y="1"/>
                    <a:pt x="142" y="4"/>
                  </a:cubicBezTo>
                  <a:cubicBezTo>
                    <a:pt x="144" y="7"/>
                    <a:pt x="143" y="11"/>
                    <a:pt x="140" y="12"/>
                  </a:cubicBezTo>
                  <a:cubicBezTo>
                    <a:pt x="96" y="38"/>
                    <a:pt x="96" y="38"/>
                    <a:pt x="96" y="38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7" y="45"/>
                    <a:pt x="108" y="47"/>
                    <a:pt x="108" y="49"/>
                  </a:cubicBezTo>
                  <a:cubicBezTo>
                    <a:pt x="108" y="85"/>
                    <a:pt x="108" y="85"/>
                    <a:pt x="108" y="85"/>
                  </a:cubicBezTo>
                  <a:cubicBezTo>
                    <a:pt x="108" y="89"/>
                    <a:pt x="106" y="91"/>
                    <a:pt x="102" y="91"/>
                  </a:cubicBezTo>
                  <a:cubicBezTo>
                    <a:pt x="37" y="91"/>
                    <a:pt x="37" y="91"/>
                    <a:pt x="37" y="91"/>
                  </a:cubicBezTo>
                  <a:cubicBezTo>
                    <a:pt x="14" y="126"/>
                    <a:pt x="14" y="126"/>
                    <a:pt x="14" y="126"/>
                  </a:cubicBezTo>
                  <a:cubicBezTo>
                    <a:pt x="70" y="171"/>
                    <a:pt x="70" y="171"/>
                    <a:pt x="70" y="171"/>
                  </a:cubicBezTo>
                  <a:cubicBezTo>
                    <a:pt x="72" y="172"/>
                    <a:pt x="72" y="173"/>
                    <a:pt x="72" y="175"/>
                  </a:cubicBezTo>
                  <a:cubicBezTo>
                    <a:pt x="72" y="205"/>
                    <a:pt x="72" y="205"/>
                    <a:pt x="72" y="205"/>
                  </a:cubicBezTo>
                  <a:cubicBezTo>
                    <a:pt x="72" y="209"/>
                    <a:pt x="70" y="211"/>
                    <a:pt x="66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AU"/>
            </a:p>
          </p:txBody>
        </p:sp>
        <p:sp>
          <p:nvSpPr>
            <p:cNvPr id="376" name="Freeform 61">
              <a:extLst>
                <a:ext uri="{FF2B5EF4-FFF2-40B4-BE49-F238E27FC236}">
                  <a16:creationId xmlns:a16="http://schemas.microsoft.com/office/drawing/2014/main" id="{81B4FE17-16E8-1D46-A84D-C61DF767F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3" y="665"/>
              <a:ext cx="112" cy="108"/>
            </a:xfrm>
            <a:custGeom>
              <a:avLst/>
              <a:gdLst>
                <a:gd name="T0" fmla="*/ 6 w 76"/>
                <a:gd name="T1" fmla="*/ 73 h 73"/>
                <a:gd name="T2" fmla="*/ 2 w 76"/>
                <a:gd name="T3" fmla="*/ 71 h 73"/>
                <a:gd name="T4" fmla="*/ 2 w 76"/>
                <a:gd name="T5" fmla="*/ 63 h 73"/>
                <a:gd name="T6" fmla="*/ 23 w 76"/>
                <a:gd name="T7" fmla="*/ 42 h 73"/>
                <a:gd name="T8" fmla="*/ 27 w 76"/>
                <a:gd name="T9" fmla="*/ 40 h 73"/>
                <a:gd name="T10" fmla="*/ 45 w 76"/>
                <a:gd name="T11" fmla="*/ 40 h 73"/>
                <a:gd name="T12" fmla="*/ 64 w 76"/>
                <a:gd name="T13" fmla="*/ 4 h 73"/>
                <a:gd name="T14" fmla="*/ 72 w 76"/>
                <a:gd name="T15" fmla="*/ 2 h 73"/>
                <a:gd name="T16" fmla="*/ 75 w 76"/>
                <a:gd name="T17" fmla="*/ 10 h 73"/>
                <a:gd name="T18" fmla="*/ 54 w 76"/>
                <a:gd name="T19" fmla="*/ 49 h 73"/>
                <a:gd name="T20" fmla="*/ 48 w 76"/>
                <a:gd name="T21" fmla="*/ 52 h 73"/>
                <a:gd name="T22" fmla="*/ 30 w 76"/>
                <a:gd name="T23" fmla="*/ 52 h 73"/>
                <a:gd name="T24" fmla="*/ 11 w 76"/>
                <a:gd name="T25" fmla="*/ 71 h 73"/>
                <a:gd name="T26" fmla="*/ 6 w 76"/>
                <a:gd name="T27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6" h="73">
                  <a:moveTo>
                    <a:pt x="6" y="73"/>
                  </a:moveTo>
                  <a:cubicBezTo>
                    <a:pt x="5" y="73"/>
                    <a:pt x="3" y="73"/>
                    <a:pt x="2" y="71"/>
                  </a:cubicBezTo>
                  <a:cubicBezTo>
                    <a:pt x="0" y="69"/>
                    <a:pt x="0" y="65"/>
                    <a:pt x="2" y="63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4" y="41"/>
                    <a:pt x="26" y="40"/>
                    <a:pt x="27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6" y="2"/>
                    <a:pt x="69" y="0"/>
                    <a:pt x="72" y="2"/>
                  </a:cubicBezTo>
                  <a:cubicBezTo>
                    <a:pt x="75" y="4"/>
                    <a:pt x="76" y="7"/>
                    <a:pt x="75" y="1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3" y="51"/>
                    <a:pt x="51" y="52"/>
                    <a:pt x="48" y="52"/>
                  </a:cubicBezTo>
                  <a:cubicBezTo>
                    <a:pt x="30" y="52"/>
                    <a:pt x="30" y="52"/>
                    <a:pt x="30" y="52"/>
                  </a:cubicBezTo>
                  <a:cubicBezTo>
                    <a:pt x="11" y="71"/>
                    <a:pt x="11" y="71"/>
                    <a:pt x="11" y="71"/>
                  </a:cubicBezTo>
                  <a:cubicBezTo>
                    <a:pt x="10" y="73"/>
                    <a:pt x="8" y="73"/>
                    <a:pt x="6" y="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AU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6439B37-7E18-2D43-9C03-BCA23C9C27E0}"/>
              </a:ext>
            </a:extLst>
          </p:cNvPr>
          <p:cNvSpPr txBox="1"/>
          <p:nvPr userDrawn="1"/>
        </p:nvSpPr>
        <p:spPr>
          <a:xfrm>
            <a:off x="4732020" y="208026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pic>
        <p:nvPicPr>
          <p:cNvPr id="321" name="Picture 320">
            <a:extLst>
              <a:ext uri="{FF2B5EF4-FFF2-40B4-BE49-F238E27FC236}">
                <a16:creationId xmlns:a16="http://schemas.microsoft.com/office/drawing/2014/main" id="{DFBDA9E2-67F9-4565-A69B-99F8473621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322" name="TextBox 321">
            <a:extLst>
              <a:ext uri="{FF2B5EF4-FFF2-40B4-BE49-F238E27FC236}">
                <a16:creationId xmlns:a16="http://schemas.microsoft.com/office/drawing/2014/main" id="{C77FB25B-CEF5-424C-8080-481E032F3698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2869938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EDDB10-8E3D-4F19-9D3D-8C045B337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149" y="2677107"/>
            <a:ext cx="8641702" cy="533401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 marL="82296" indent="0" algn="ctr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600" b="0" kern="1200" cap="none" baseline="0">
                <a:solidFill>
                  <a:srgbClr val="A100FF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9DB9DD-DBE5-4FCA-9D4C-506565D209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E6069B-541D-4ABF-B4F2-FD509B3E10E1}"/>
              </a:ext>
            </a:extLst>
          </p:cNvPr>
          <p:cNvSpPr txBox="1"/>
          <p:nvPr userDrawn="1"/>
        </p:nvSpPr>
        <p:spPr>
          <a:xfrm>
            <a:off x="8558931" y="6560000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alpha val="75000"/>
                  </a:scheme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alpha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A167CF93-0E55-489D-A97A-572F6D3A72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60719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3">
    <p:bg>
      <p:bgPr>
        <a:solidFill>
          <a:srgbClr val="46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B1C54B3-9461-4230-BE95-69C5FB1E4B8D}"/>
              </a:ext>
            </a:extLst>
          </p:cNvPr>
          <p:cNvSpPr txBox="1"/>
          <p:nvPr userDrawn="1"/>
        </p:nvSpPr>
        <p:spPr>
          <a:xfrm>
            <a:off x="8541567" y="333907"/>
            <a:ext cx="3268523" cy="261610"/>
          </a:xfrm>
          <a:prstGeom prst="rect">
            <a:avLst/>
          </a:prstGeom>
          <a:noFill/>
        </p:spPr>
        <p:txBody>
          <a:bodyPr wrap="none" lIns="0" tIns="0" rIns="0" bIns="45720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Learning and Knowledge Management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8BA9272-C7B2-4A9A-B702-0586D63E5AF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800101"/>
            <a:ext cx="7997521" cy="342900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6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Place presentation title here in sentence case, max 3 lines 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DDFA4A91-8699-409E-8E93-4F2C97D8497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419600"/>
            <a:ext cx="6884561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cap="none" spc="0" baseline="0">
                <a:solidFill>
                  <a:schemeClr val="bg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pic>
        <p:nvPicPr>
          <p:cNvPr id="23" name="Graphic 5">
            <a:extLst>
              <a:ext uri="{FF2B5EF4-FFF2-40B4-BE49-F238E27FC236}">
                <a16:creationId xmlns:a16="http://schemas.microsoft.com/office/drawing/2014/main" id="{548E57BA-35F1-4789-B9A9-788645A74E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2644" y="5588460"/>
            <a:ext cx="1884233" cy="49801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0643412-4010-4D31-B103-575F2D61CB6B}"/>
              </a:ext>
            </a:extLst>
          </p:cNvPr>
          <p:cNvSpPr txBox="1"/>
          <p:nvPr userDrawn="1"/>
        </p:nvSpPr>
        <p:spPr>
          <a:xfrm>
            <a:off x="1149093" y="5959153"/>
            <a:ext cx="3102015" cy="1157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/>
                </a:solidFill>
              </a:rPr>
              <a:t>Copyright © 2020 Accenture. All rights reserved.</a:t>
            </a:r>
            <a:endParaRPr lang="en-US" sz="800">
              <a:solidFill>
                <a:schemeClr val="bg1"/>
              </a:solidFill>
            </a:endParaRPr>
          </a:p>
          <a:p>
            <a:pPr algn="r" defTabSz="228600">
              <a:spcAft>
                <a:spcPts val="1200"/>
              </a:spcAft>
            </a:pPr>
            <a:endParaRPr lang="en-US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9492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00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26" Type="http://schemas.openxmlformats.org/officeDocument/2006/relationships/slideLayout" Target="../slideLayouts/slideLayout40.xml"/><Relationship Id="rId39" Type="http://schemas.openxmlformats.org/officeDocument/2006/relationships/slideLayout" Target="../slideLayouts/slideLayout53.xml"/><Relationship Id="rId21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48.xml"/><Relationship Id="rId42" Type="http://schemas.openxmlformats.org/officeDocument/2006/relationships/slideLayout" Target="../slideLayouts/slideLayout56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4.xml"/><Relationship Id="rId29" Type="http://schemas.openxmlformats.org/officeDocument/2006/relationships/slideLayout" Target="../slideLayouts/slideLayout43.xml"/><Relationship Id="rId41" Type="http://schemas.openxmlformats.org/officeDocument/2006/relationships/slideLayout" Target="../slideLayouts/slideLayout55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38.xml"/><Relationship Id="rId32" Type="http://schemas.openxmlformats.org/officeDocument/2006/relationships/slideLayout" Target="../slideLayouts/slideLayout46.xml"/><Relationship Id="rId37" Type="http://schemas.openxmlformats.org/officeDocument/2006/relationships/slideLayout" Target="../slideLayouts/slideLayout51.xml"/><Relationship Id="rId40" Type="http://schemas.openxmlformats.org/officeDocument/2006/relationships/slideLayout" Target="../slideLayouts/slideLayout54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23" Type="http://schemas.openxmlformats.org/officeDocument/2006/relationships/slideLayout" Target="../slideLayouts/slideLayout37.xml"/><Relationship Id="rId28" Type="http://schemas.openxmlformats.org/officeDocument/2006/relationships/slideLayout" Target="../slideLayouts/slideLayout42.xml"/><Relationship Id="rId36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45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slideLayout" Target="../slideLayouts/slideLayout36.xml"/><Relationship Id="rId27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4.xml"/><Relationship Id="rId35" Type="http://schemas.openxmlformats.org/officeDocument/2006/relationships/slideLayout" Target="../slideLayouts/slideLayout49.xml"/><Relationship Id="rId43" Type="http://schemas.openxmlformats.org/officeDocument/2006/relationships/theme" Target="../theme/theme2.xml"/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5" Type="http://schemas.openxmlformats.org/officeDocument/2006/relationships/slideLayout" Target="../slideLayouts/slideLayout39.xml"/><Relationship Id="rId33" Type="http://schemas.openxmlformats.org/officeDocument/2006/relationships/slideLayout" Target="../slideLayouts/slideLayout47.xml"/><Relationship Id="rId38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924098-A19B-4EB6-B4E2-9D6F976A88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6576" y="6484366"/>
            <a:ext cx="5638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C1C62-E9E5-4D32-BD62-486278B6E2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752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69" r:id="rId2"/>
    <p:sldLayoutId id="2147483722" r:id="rId3"/>
    <p:sldLayoutId id="2147483726" r:id="rId4"/>
    <p:sldLayoutId id="2147483728" r:id="rId5"/>
    <p:sldLayoutId id="2147483723" r:id="rId6"/>
    <p:sldLayoutId id="2147483770" r:id="rId7"/>
    <p:sldLayoutId id="2147483768" r:id="rId8"/>
    <p:sldLayoutId id="2147483785" r:id="rId9"/>
    <p:sldLayoutId id="2147483786" r:id="rId10"/>
    <p:sldLayoutId id="2147483787" r:id="rId11"/>
    <p:sldLayoutId id="2147483727" r:id="rId12"/>
    <p:sldLayoutId id="2147483729" r:id="rId13"/>
    <p:sldLayoutId id="2147483763" r:id="rId14"/>
  </p:sldLayoutIdLst>
  <p:hf hdr="0" ftr="0" dt="0"/>
  <p:txStyles>
    <p:titleStyle>
      <a:lvl1pPr marL="0" indent="0" algn="l" defTabSz="914377" rtl="0" eaLnBrk="1" latinLnBrk="1" hangingPunct="1">
        <a:lnSpc>
          <a:spcPct val="70000"/>
        </a:lnSpc>
        <a:spcBef>
          <a:spcPct val="0"/>
        </a:spcBef>
        <a:buNone/>
        <a:defRPr sz="40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1" hangingPunct="1">
        <a:lnSpc>
          <a:spcPct val="85000"/>
        </a:lnSpc>
        <a:spcBef>
          <a:spcPts val="0"/>
        </a:spcBef>
        <a:buFont typeface="Arial" panose="020B0604020202020204" pitchFamily="34" charset="0"/>
        <a:buNone/>
        <a:defRPr sz="1800" b="1" kern="1200" cap="all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377" rtl="0" eaLnBrk="1" latinLnBrk="1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377" rtl="0" eaLnBrk="1" latinLnBrk="1" hangingPunct="1">
        <a:lnSpc>
          <a:spcPct val="110000"/>
        </a:lnSpc>
        <a:spcBef>
          <a:spcPts val="0"/>
        </a:spcBef>
        <a:spcAft>
          <a:spcPts val="9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1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1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1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1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1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EFA2B855-383B-4D09-B759-090B393FF8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476" y="6553766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900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1" r:id="rId2"/>
    <p:sldLayoutId id="2147483745" r:id="rId3"/>
    <p:sldLayoutId id="2147483746" r:id="rId4"/>
    <p:sldLayoutId id="2147483748" r:id="rId5"/>
    <p:sldLayoutId id="2147483743" r:id="rId6"/>
    <p:sldLayoutId id="2147483771" r:id="rId7"/>
    <p:sldLayoutId id="2147483766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  <p:sldLayoutId id="2147483778" r:id="rId15"/>
    <p:sldLayoutId id="2147483779" r:id="rId16"/>
    <p:sldLayoutId id="2147483780" r:id="rId17"/>
    <p:sldLayoutId id="2147483781" r:id="rId18"/>
    <p:sldLayoutId id="2147483782" r:id="rId19"/>
    <p:sldLayoutId id="2147483783" r:id="rId20"/>
    <p:sldLayoutId id="2147483758" r:id="rId21"/>
    <p:sldLayoutId id="2147483761" r:id="rId22"/>
    <p:sldLayoutId id="2147483750" r:id="rId23"/>
    <p:sldLayoutId id="2147483765" r:id="rId24"/>
    <p:sldLayoutId id="2147483767" r:id="rId25"/>
    <p:sldLayoutId id="2147483749" r:id="rId26"/>
    <p:sldLayoutId id="2147483754" r:id="rId27"/>
    <p:sldLayoutId id="2147483753" r:id="rId28"/>
    <p:sldLayoutId id="2147483755" r:id="rId29"/>
    <p:sldLayoutId id="2147483752" r:id="rId30"/>
    <p:sldLayoutId id="2147483764" r:id="rId31"/>
    <p:sldLayoutId id="2147483759" r:id="rId32"/>
    <p:sldLayoutId id="2147483760" r:id="rId33"/>
    <p:sldLayoutId id="2147483762" r:id="rId34"/>
    <p:sldLayoutId id="2147483702" r:id="rId35"/>
    <p:sldLayoutId id="2147483757" r:id="rId36"/>
    <p:sldLayoutId id="2147483791" r:id="rId37"/>
    <p:sldLayoutId id="2147483790" r:id="rId38"/>
    <p:sldLayoutId id="2147483789" r:id="rId39"/>
    <p:sldLayoutId id="2147483788" r:id="rId40"/>
    <p:sldLayoutId id="2147483664" r:id="rId41"/>
    <p:sldLayoutId id="2147483792" r:id="rId42"/>
  </p:sldLayoutIdLst>
  <p:hf hdr="0" ft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40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5561" indent="0" algn="l" defTabSz="914377" rtl="0" eaLnBrk="1" latinLnBrk="0" hangingPunct="1">
        <a:lnSpc>
          <a:spcPct val="8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285744" indent="-230182" algn="l" defTabSz="914377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38" indent="-230182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17144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29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674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61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61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61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52">
          <p15:clr>
            <a:srgbClr val="F26B43"/>
          </p15:clr>
        </p15:guide>
        <p15:guide id="2" pos="5640">
          <p15:clr>
            <a:srgbClr val="F26B43"/>
          </p15:clr>
        </p15:guide>
        <p15:guide id="3">
          <p15:clr>
            <a:srgbClr val="F26B43"/>
          </p15:clr>
        </p15:guide>
        <p15:guide id="6" orient="horz">
          <p15:clr>
            <a:srgbClr val="F26B43"/>
          </p15:clr>
        </p15:guide>
        <p15:guide id="8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6" orient="horz" pos="240">
          <p15:clr>
            <a:srgbClr val="F26B43"/>
          </p15:clr>
        </p15:guide>
        <p15:guide id="17" orient="horz" pos="410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7EC23-54D3-429A-A8B4-DC4530F2A5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630" y="2882577"/>
            <a:ext cx="10420028" cy="1092846"/>
          </a:xfrm>
        </p:spPr>
        <p:txBody>
          <a:bodyPr/>
          <a:lstStyle/>
          <a:p>
            <a:r>
              <a:rPr lang="en-US" altLang="ko-KR" dirty="0"/>
              <a:t>GCP </a:t>
            </a:r>
            <a:r>
              <a:rPr lang="en-US" altLang="ko-KR"/>
              <a:t>– CDL - Cheat </a:t>
            </a:r>
            <a:r>
              <a:rPr lang="en-US" altLang="ko-KR" dirty="0"/>
              <a:t>Sheet</a:t>
            </a:r>
            <a:endParaRPr lang="ko-KR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7EEDA2-049D-4FF2-8874-8B42B5EA5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30" y="228628"/>
            <a:ext cx="1780788" cy="1281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883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84263-AF56-40A9-4A69-DE11E95ED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177" y="325228"/>
            <a:ext cx="11429999" cy="990602"/>
          </a:xfrm>
        </p:spPr>
        <p:txBody>
          <a:bodyPr/>
          <a:lstStyle/>
          <a:p>
            <a:r>
              <a:rPr lang="en-US" dirty="0"/>
              <a:t>Compute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3896A-83B1-C416-0072-0DB99ED90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536701"/>
            <a:ext cx="3556000" cy="822960"/>
          </a:xfrm>
        </p:spPr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Cases: 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Virtualization, cloud computing, disaster recovery,  development and testing.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D4677-4198-2FC4-DC83-7F981EE52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0" y="2105660"/>
            <a:ext cx="3556000" cy="3456939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Offers full management for VMware workloads.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New and innovative solutions for businesses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Consolidate workloads with VMware to save space and energy costs.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Enhance disaster recovery with VMware for swift, seamless failover options.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improve performance optimization using features like load balancing and resource pooling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EC4670-F317-994D-7BC1-083DB38FE69F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81000" y="1054101"/>
            <a:ext cx="3556000" cy="457200"/>
          </a:xfrm>
        </p:spPr>
        <p:txBody>
          <a:bodyPr/>
          <a:lstStyle/>
          <a:p>
            <a:r>
              <a:rPr lang="en-US" dirty="0">
                <a:solidFill>
                  <a:srgbClr val="A100FF"/>
                </a:solidFill>
                <a:latin typeface="Graphik" panose="020B0503030202060203" pitchFamily="34" charset="0"/>
              </a:rPr>
              <a:t>VMWare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3FD67A-E272-724A-BD10-8950C3D568A2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4318000" y="1511301"/>
            <a:ext cx="3556000" cy="822960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Cases:  Development, Testing, Scalability, High availability, Disaster recovery.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E390EFF-FB82-3A6C-4420-92C391FCA733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4318000" y="2089206"/>
            <a:ext cx="3556000" cy="2725310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t’s a Virtual Machine service in cloud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Choose from predefined machine types, size and configuration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Automatically adjust VM count based on traffic with automatic scaling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Different types of discounts in VM's are Sustained use , committed use, spot.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Distribute traffic across VMs for continuous application availability with load balancing.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Disk types include Standard, SSD, Balanced, Extreme, and Local SSD.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29A00AD-3C95-5D98-086C-63A715CC6697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4318000" y="1054101"/>
            <a:ext cx="3556000" cy="457200"/>
          </a:xfrm>
        </p:spPr>
        <p:txBody>
          <a:bodyPr/>
          <a:lstStyle/>
          <a:p>
            <a:r>
              <a:rPr lang="en-US" dirty="0">
                <a:solidFill>
                  <a:srgbClr val="A100FF"/>
                </a:solidFill>
                <a:latin typeface="Graphik" panose="020B0503030202060203" pitchFamily="34" charset="0"/>
              </a:rPr>
              <a:t>Virtual Machine</a:t>
            </a:r>
          </a:p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7EA5100-4B2B-E49E-5B36-224FE6B099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2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AD25F1-4918-A850-6CC1-51B951EBC293}"/>
              </a:ext>
            </a:extLst>
          </p:cNvPr>
          <p:cNvSpPr/>
          <p:nvPr/>
        </p:nvSpPr>
        <p:spPr>
          <a:xfrm>
            <a:off x="279400" y="952501"/>
            <a:ext cx="3746500" cy="46481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20BD13-0906-7841-AF23-E463CAA73999}"/>
              </a:ext>
            </a:extLst>
          </p:cNvPr>
          <p:cNvSpPr/>
          <p:nvPr/>
        </p:nvSpPr>
        <p:spPr>
          <a:xfrm>
            <a:off x="255077" y="5694571"/>
            <a:ext cx="11657523" cy="60462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defTabSz="914377" fontAlgn="base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Allowing users to work with virtualized resources rather than directly with physical hardware.</a:t>
            </a:r>
          </a:p>
          <a:p>
            <a:pPr marL="342900" indent="-342900" defTabSz="914377" fontAlgn="base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Capabilities for automating tasks and processes 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5E02F1-1554-6150-05C4-78B26DEA7EB6}"/>
              </a:ext>
            </a:extLst>
          </p:cNvPr>
          <p:cNvSpPr/>
          <p:nvPr/>
        </p:nvSpPr>
        <p:spPr>
          <a:xfrm>
            <a:off x="4229100" y="965201"/>
            <a:ext cx="3746500" cy="46481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E59BF03-9391-B9FF-6689-95D9F5994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898" y="993761"/>
            <a:ext cx="401402" cy="42370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EF25011-C98A-8CF8-3D54-689DAD7E36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1931" y="1069395"/>
            <a:ext cx="363457" cy="36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713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84263-AF56-40A9-4A69-DE11E95ED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177" y="350628"/>
            <a:ext cx="11429999" cy="990602"/>
          </a:xfrm>
        </p:spPr>
        <p:txBody>
          <a:bodyPr/>
          <a:lstStyle/>
          <a:p>
            <a:r>
              <a:rPr lang="en-US" dirty="0"/>
              <a:t>Compute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3896A-83B1-C416-0072-0DB99ED90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511301"/>
            <a:ext cx="3467100" cy="822960"/>
          </a:xfrm>
        </p:spPr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Cases: Scalable container orchestration for cloud-native apps and microservices.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D4677-4198-2FC4-DC83-7F981EE52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0" y="2105660"/>
            <a:ext cx="3556000" cy="3456939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Autopilot mode: CPU, memory, and compute resources that are provisioned for your Pods.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Standard mode: You are billed for each instance according to Compute Engine's pricing.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Horizontal pod autoscaling can be based on CPU utilization or custom metrics. 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Offers real-time insights, automated reports, and secure innovation.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multi-cluster services for cross-cluster communication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Anthos for a unified management experience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EC4670-F317-994D-7BC1-083DB38FE69F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81000" y="1054101"/>
            <a:ext cx="3556000" cy="457200"/>
          </a:xfrm>
        </p:spPr>
        <p:txBody>
          <a:bodyPr/>
          <a:lstStyle/>
          <a:p>
            <a:r>
              <a:rPr lang="en-US" dirty="0">
                <a:solidFill>
                  <a:srgbClr val="A100FF"/>
                </a:solidFill>
                <a:latin typeface="Graphik" panose="020B0503030202060203" pitchFamily="34" charset="0"/>
              </a:rPr>
              <a:t>GKE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3FD67A-E272-724A-BD10-8950C3D568A2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4318000" y="1511301"/>
            <a:ext cx="3556000" cy="822960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Cases: Hybrid and multi-cloud application deployment and management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E390EFF-FB82-3A6C-4420-92C391FCA733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4318000" y="2089206"/>
            <a:ext cx="3556000" cy="2725310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Kubernetes at its core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Service mesh for connectivity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Istio for traffic management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 management for consistency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Security scanner for vulnerabilities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Logging and monitoring for visibility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Central dashboard for control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 and API for automation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Runs on any infrastructure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Supports any workload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29A00AD-3C95-5D98-086C-63A715CC6697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4318000" y="1054101"/>
            <a:ext cx="3556000" cy="457200"/>
          </a:xfrm>
        </p:spPr>
        <p:txBody>
          <a:bodyPr/>
          <a:lstStyle/>
          <a:p>
            <a:r>
              <a:rPr lang="en-US" dirty="0">
                <a:solidFill>
                  <a:srgbClr val="A100FF"/>
                </a:solidFill>
                <a:latin typeface="Graphik" panose="020B0503030202060203" pitchFamily="34" charset="0"/>
              </a:rPr>
              <a:t>Anthos 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7EA5100-4B2B-E49E-5B36-224FE6B099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3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AD25F1-4918-A850-6CC1-51B951EBC293}"/>
              </a:ext>
            </a:extLst>
          </p:cNvPr>
          <p:cNvSpPr/>
          <p:nvPr/>
        </p:nvSpPr>
        <p:spPr>
          <a:xfrm>
            <a:off x="285750" y="952503"/>
            <a:ext cx="3746500" cy="46481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20BD13-0906-7841-AF23-E463CAA73999}"/>
              </a:ext>
            </a:extLst>
          </p:cNvPr>
          <p:cNvSpPr/>
          <p:nvPr/>
        </p:nvSpPr>
        <p:spPr>
          <a:xfrm>
            <a:off x="285750" y="5694571"/>
            <a:ext cx="11639550" cy="60462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defTabSz="914377" fontAlgn="base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Traffic Management: Distributes incoming traffic across multiple pods or VMs within a Kubernetes cluster, ensuring high availability and performance.</a:t>
            </a:r>
          </a:p>
          <a:p>
            <a:pPr marL="342900" indent="-342900" defTabSz="914377" fontAlgn="base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Global load balancing capabilities, enables route traffic to workloads across multiple regions and zones, enhancing scalability and disaster recovery.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5E02F1-1554-6150-05C4-78B26DEA7EB6}"/>
              </a:ext>
            </a:extLst>
          </p:cNvPr>
          <p:cNvSpPr/>
          <p:nvPr/>
        </p:nvSpPr>
        <p:spPr>
          <a:xfrm>
            <a:off x="4229100" y="965201"/>
            <a:ext cx="3746500" cy="46481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BDA455C-20EC-C80A-70BD-B90D99E0F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165" y="1057052"/>
            <a:ext cx="432831" cy="39075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24EA929-3DFE-5C42-B5E7-4AB4A4A871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842" y="1025762"/>
            <a:ext cx="448434" cy="366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348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84263-AF56-40A9-4A69-DE11E95ED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777" y="350628"/>
            <a:ext cx="11429999" cy="990602"/>
          </a:xfrm>
        </p:spPr>
        <p:txBody>
          <a:bodyPr/>
          <a:lstStyle/>
          <a:p>
            <a:r>
              <a:rPr lang="en-US" dirty="0"/>
              <a:t>Serverless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3896A-83B1-C416-0072-0DB99ED90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511301"/>
            <a:ext cx="3556000" cy="822960"/>
          </a:xfrm>
        </p:spPr>
        <p:txBody>
          <a:bodyPr/>
          <a:lstStyle/>
          <a:p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Cases: Websites &amp; web applications, APIs &amp; microservices, Scheduled workflow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D4677-4198-2FC4-DC83-7F981EE52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0" y="2105660"/>
            <a:ext cx="3556000" cy="3456939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 code in any language, any library, and any binary.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Run containers directly on top of Google's scalable infrastructure.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Code can either run continuously as a service or as a job.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Scales out to handle all incoming requests or increased CPU utilization outside requests if CPU allocation is always on.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Scale to zero and minimum instances.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Automatically build container images from your source.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EC4670-F317-994D-7BC1-083DB38FE69F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81000" y="1054101"/>
            <a:ext cx="3556000" cy="457200"/>
          </a:xfrm>
        </p:spPr>
        <p:txBody>
          <a:bodyPr/>
          <a:lstStyle/>
          <a:p>
            <a:r>
              <a:rPr lang="en-US" dirty="0">
                <a:solidFill>
                  <a:srgbClr val="A100FF"/>
                </a:solidFill>
                <a:latin typeface="Graphik" panose="020B0503030202060203" pitchFamily="34" charset="0"/>
              </a:rPr>
              <a:t>Cloud Run</a:t>
            </a:r>
            <a:endParaRPr lang="en-US" sz="2400" dirty="0">
              <a:solidFill>
                <a:srgbClr val="A100FF"/>
              </a:solidFill>
              <a:latin typeface="Graphik" panose="020B0503030202060203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3FD67A-E272-724A-BD10-8950C3D568A2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4318000" y="1511301"/>
            <a:ext cx="3644900" cy="822960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Cases: Virtual assistance applications, Serverless mobile back ends, IoT processing.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E390EFF-FB82-3A6C-4420-92C391FCA733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4318000" y="2089206"/>
            <a:ext cx="3556000" cy="2725310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FAAS framework to run functions across multiple environments and prevent lock-in.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Develop faster by writing and running small code/function snippets that respond to events.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 is triggered when an event being watched is fired.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D0D0D"/>
                </a:solidFill>
                <a:latin typeface="Söhne"/>
              </a:rPr>
              <a:t>F</a:t>
            </a:r>
            <a:r>
              <a:rPr lang="en-US" sz="1400" b="0" i="0" dirty="0">
                <a:solidFill>
                  <a:srgbClr val="0D0D0D"/>
                </a:solidFill>
                <a:effectLst/>
                <a:latin typeface="Söhne"/>
              </a:rPr>
              <a:t>ully managed environment, requiring no infrastructure setup or server management.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i="0" dirty="0">
                <a:solidFill>
                  <a:srgbClr val="0D0D0D"/>
                </a:solidFill>
                <a:effectLst/>
                <a:latin typeface="Söhne"/>
              </a:rPr>
              <a:t>Executes securely in isolated context, auto-scales, and has independent lifecycle.</a:t>
            </a: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29A00AD-3C95-5D98-086C-63A715CC6697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4318000" y="1054101"/>
            <a:ext cx="3556000" cy="457200"/>
          </a:xfrm>
        </p:spPr>
        <p:txBody>
          <a:bodyPr/>
          <a:lstStyle/>
          <a:p>
            <a:r>
              <a:rPr lang="en-US" dirty="0">
                <a:solidFill>
                  <a:srgbClr val="A100FF"/>
                </a:solidFill>
                <a:latin typeface="Graphik" panose="020B0503030202060203" pitchFamily="34" charset="0"/>
              </a:rPr>
              <a:t>Cloud Function 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E95B8E-F957-41C6-9495-A6AB4EC6F7D7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8255000" y="1511301"/>
            <a:ext cx="3556000" cy="822960"/>
          </a:xfrm>
        </p:spPr>
        <p:txBody>
          <a:bodyPr/>
          <a:lstStyle/>
          <a:p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Cases - Scalable mobile backends, Modern web applications.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755C3EC-8E55-0171-0AE6-EEDF9D843BEA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8256896" y="2039863"/>
            <a:ext cx="3556000" cy="2725310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Fully managed, serverless platform for developing and hosting web applications at scale.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Build your application in node.js, java, ruby, C#, go, python, or PHP.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Works in two environments namely standard and flex.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Automatically routes the incoming traffic to different applications.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Enables users to define access rules in the engine’s firewall and utilize SSL/TLS certificates on custom domains for free.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C547F78-486D-5D36-200D-32619DDA0F1B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8255000" y="1066801"/>
            <a:ext cx="3670300" cy="457200"/>
          </a:xfrm>
        </p:spPr>
        <p:txBody>
          <a:bodyPr/>
          <a:lstStyle/>
          <a:p>
            <a:r>
              <a:rPr lang="en-US" dirty="0">
                <a:solidFill>
                  <a:srgbClr val="A100FF"/>
                </a:solidFill>
                <a:latin typeface="Graphik" panose="020B0503030202060203" pitchFamily="34" charset="0"/>
              </a:rPr>
              <a:t>App Engine </a:t>
            </a:r>
            <a:endParaRPr lang="en-US" sz="2400" dirty="0">
              <a:solidFill>
                <a:srgbClr val="A100FF"/>
              </a:solidFill>
              <a:latin typeface="Graphik" panose="020B0503030202060203" pitchFamily="34" charset="0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7EA5100-4B2B-E49E-5B36-224FE6B099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4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AD25F1-4918-A850-6CC1-51B951EBC293}"/>
              </a:ext>
            </a:extLst>
          </p:cNvPr>
          <p:cNvSpPr/>
          <p:nvPr/>
        </p:nvSpPr>
        <p:spPr>
          <a:xfrm>
            <a:off x="266700" y="952501"/>
            <a:ext cx="3746500" cy="46481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20BD13-0906-7841-AF23-E463CAA73999}"/>
              </a:ext>
            </a:extLst>
          </p:cNvPr>
          <p:cNvSpPr/>
          <p:nvPr/>
        </p:nvSpPr>
        <p:spPr>
          <a:xfrm>
            <a:off x="255077" y="5694571"/>
            <a:ext cx="11632123" cy="60462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defTabSz="914377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Designed for cloud environments and Scalable </a:t>
            </a:r>
          </a:p>
          <a:p>
            <a:pPr marL="342900" indent="-342900" defTabSz="914377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need to manage servers..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5E02F1-1554-6150-05C4-78B26DEA7EB6}"/>
              </a:ext>
            </a:extLst>
          </p:cNvPr>
          <p:cNvSpPr/>
          <p:nvPr/>
        </p:nvSpPr>
        <p:spPr>
          <a:xfrm>
            <a:off x="4216400" y="965201"/>
            <a:ext cx="3746500" cy="46481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B2F149-ED76-564A-DEAF-D3EB10A3F840}"/>
              </a:ext>
            </a:extLst>
          </p:cNvPr>
          <p:cNvSpPr/>
          <p:nvPr/>
        </p:nvSpPr>
        <p:spPr>
          <a:xfrm>
            <a:off x="8140700" y="965201"/>
            <a:ext cx="3746500" cy="46481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41059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84263-AF56-40A9-4A69-DE11E95ED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777" y="350628"/>
            <a:ext cx="11429999" cy="990602"/>
          </a:xfrm>
        </p:spPr>
        <p:txBody>
          <a:bodyPr/>
          <a:lstStyle/>
          <a:p>
            <a:r>
              <a:rPr lang="en-US" dirty="0"/>
              <a:t>Serverless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3896A-83B1-C416-0072-0DB99ED90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511301"/>
            <a:ext cx="3556000" cy="822960"/>
          </a:xfrm>
        </p:spPr>
        <p:txBody>
          <a:bodyPr/>
          <a:lstStyle/>
          <a:p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cases - Chat applications, Multi-service integration.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D4677-4198-2FC4-DC83-7F981EE52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0" y="2105660"/>
            <a:ext cx="3556000" cy="3456939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Create, secure, and monitor APIs for Google Cloud serverless back ends, including Cloud Functions, Cloud Run, and App Engine.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Built-in mechanisms, including authentication and key validation, help protect services published online.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Serves as an entry point for apps using backend services.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Allows for efficient distribution of traffic and ensures proper load balancing among target endpoints.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Uses Identity and Access Management (IAM) to control access to your API.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EC4670-F317-994D-7BC1-083DB38FE69F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81000" y="1054101"/>
            <a:ext cx="3556000" cy="457200"/>
          </a:xfrm>
        </p:spPr>
        <p:txBody>
          <a:bodyPr/>
          <a:lstStyle/>
          <a:p>
            <a:r>
              <a:rPr lang="en-US" dirty="0">
                <a:solidFill>
                  <a:srgbClr val="A100FF"/>
                </a:solidFill>
                <a:latin typeface="Graphik" panose="020B0503030202060203" pitchFamily="34" charset="0"/>
              </a:rPr>
              <a:t>API Gateway </a:t>
            </a:r>
            <a:endParaRPr lang="en-US" sz="2400" dirty="0">
              <a:solidFill>
                <a:srgbClr val="A100FF"/>
              </a:solidFill>
              <a:latin typeface="Graphik" panose="020B0503030202060203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E95B8E-F957-41C6-9495-A6AB4EC6F7D7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4492873" y="1498601"/>
            <a:ext cx="3556000" cy="822960"/>
          </a:xfrm>
        </p:spPr>
        <p:txBody>
          <a:bodyPr/>
          <a:lstStyle/>
          <a:p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cases - Connected apps, Updating legacy applications</a:t>
            </a:r>
            <a:r>
              <a:rPr lang="en-US" sz="11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  <a:endParaRPr lang="en-US" sz="1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755C3EC-8E55-0171-0AE6-EEDF9D843BEA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4494769" y="2027163"/>
            <a:ext cx="3556000" cy="2725310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Offers high-performance API proxies to create a consistent, reliable interface for backend services.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API proxy layer between backend services and internal/external clients that want to use services.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Provides an array of policies that allows to add security, traffic management, data mediation, and extensions.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Offers features designed specifically to meet the needs of API producers and consumers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C547F78-486D-5D36-200D-32619DDA0F1B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4492873" y="1054101"/>
            <a:ext cx="3670300" cy="457200"/>
          </a:xfrm>
        </p:spPr>
        <p:txBody>
          <a:bodyPr/>
          <a:lstStyle/>
          <a:p>
            <a:r>
              <a:rPr lang="en-US" dirty="0">
                <a:solidFill>
                  <a:srgbClr val="A100FF"/>
                </a:solidFill>
                <a:latin typeface="Graphik" panose="020B0503030202060203" pitchFamily="34" charset="0"/>
              </a:rPr>
              <a:t>APIGEE</a:t>
            </a:r>
            <a:endParaRPr lang="en-US" sz="2400" dirty="0">
              <a:solidFill>
                <a:srgbClr val="A100FF"/>
              </a:solidFill>
              <a:latin typeface="Graphik" panose="020B0503030202060203" pitchFamily="34" charset="0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7EA5100-4B2B-E49E-5B36-224FE6B099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5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AD25F1-4918-A850-6CC1-51B951EBC293}"/>
              </a:ext>
            </a:extLst>
          </p:cNvPr>
          <p:cNvSpPr/>
          <p:nvPr/>
        </p:nvSpPr>
        <p:spPr>
          <a:xfrm>
            <a:off x="266700" y="952501"/>
            <a:ext cx="3746500" cy="46481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20BD13-0906-7841-AF23-E463CAA73999}"/>
              </a:ext>
            </a:extLst>
          </p:cNvPr>
          <p:cNvSpPr/>
          <p:nvPr/>
        </p:nvSpPr>
        <p:spPr>
          <a:xfrm>
            <a:off x="255077" y="5694571"/>
            <a:ext cx="11632123" cy="60462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defTabSz="914377" fontAlgn="base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Manage APIs: Both - manage APIs by routing requests and applying policies.</a:t>
            </a:r>
          </a:p>
          <a:p>
            <a:pPr marL="342900" indent="-342900" defTabSz="914377" fontAlgn="base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Security: Provide security features like authentication and authorization..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B2F149-ED76-564A-DEAF-D3EB10A3F840}"/>
              </a:ext>
            </a:extLst>
          </p:cNvPr>
          <p:cNvSpPr/>
          <p:nvPr/>
        </p:nvSpPr>
        <p:spPr>
          <a:xfrm>
            <a:off x="4378573" y="952501"/>
            <a:ext cx="3746500" cy="46481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63316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84263-AF56-40A9-4A69-DE11E95ED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77" y="337928"/>
            <a:ext cx="11429999" cy="990602"/>
          </a:xfrm>
        </p:spPr>
        <p:txBody>
          <a:bodyPr/>
          <a:lstStyle/>
          <a:p>
            <a:r>
              <a:rPr lang="en-US" dirty="0"/>
              <a:t>Database - Relational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3896A-83B1-C416-0072-0DB99ED90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511301"/>
            <a:ext cx="3556000" cy="822960"/>
          </a:xfrm>
        </p:spPr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Cases: CRM, ERP, ECommerce and Web, SaaS application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D4677-4198-2FC4-DC83-7F981EE52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0" y="2105660"/>
            <a:ext cx="3556000" cy="3456939"/>
          </a:xfrm>
        </p:spPr>
        <p:txBody>
          <a:bodyPr/>
          <a:lstStyle/>
          <a:p>
            <a:pPr marL="342900" marR="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Fully managed relational database </a:t>
            </a:r>
          </a:p>
          <a:p>
            <a:pPr marL="342900" marR="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Works with MySQL, PostgreSQL and SQL Server</a:t>
            </a:r>
            <a:r>
              <a:rPr lang="en-US" sz="1400" b="0" dirty="0">
                <a:solidFill>
                  <a:srgbClr val="5F6368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US" sz="1400" b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Setup the instance by providing location, configuration, storage type.</a:t>
            </a:r>
            <a:endParaRPr lang="en-US" sz="1400" b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Automated backups and point-in-time recovery options.</a:t>
            </a:r>
            <a:r>
              <a:rPr lang="en-US" sz="1400" b="0" dirty="0">
                <a:solidFill>
                  <a:srgbClr val="5F6368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lang="en-US" sz="1400" b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Simplified Migration process using Database Migration Service</a:t>
            </a:r>
            <a:endParaRPr lang="en-US" sz="1400" b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is encrypted at rest and in transit.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EC4670-F317-994D-7BC1-083DB38FE69F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81000" y="1054101"/>
            <a:ext cx="3556000" cy="457200"/>
          </a:xfrm>
        </p:spPr>
        <p:txBody>
          <a:bodyPr/>
          <a:lstStyle/>
          <a:p>
            <a:r>
              <a:rPr lang="en-US" dirty="0">
                <a:solidFill>
                  <a:srgbClr val="A100FF"/>
                </a:solidFill>
                <a:latin typeface="Graphik" panose="020B0503030202060203" pitchFamily="34" charset="0"/>
              </a:rPr>
              <a:t>Cloud SQL 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3FD67A-E272-724A-BD10-8950C3D568A2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4318000" y="1511301"/>
            <a:ext cx="3556000" cy="822960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Cases: Gaming, Retail, Supply chain/inventory management</a:t>
            </a:r>
          </a:p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E390EFF-FB82-3A6C-4420-92C391FCA733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4318000" y="2089206"/>
            <a:ext cx="3556000" cy="2725310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Globally-scaled, managed database with high availability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Ensures transactional consistency through automatic replication.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Merges relational database benefits with horizontal scale.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Nodes in Spanner provide compute, serving transaction requests without data storage.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Each node and database storage are replicated in three zones.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True Time synchronizes clocks in multiple datacenters.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29A00AD-3C95-5D98-086C-63A715CC6697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4318000" y="1054101"/>
            <a:ext cx="3556000" cy="457200"/>
          </a:xfrm>
        </p:spPr>
        <p:txBody>
          <a:bodyPr/>
          <a:lstStyle/>
          <a:p>
            <a:r>
              <a:rPr lang="en-US" dirty="0">
                <a:solidFill>
                  <a:srgbClr val="A100FF"/>
                </a:solidFill>
                <a:latin typeface="Graphik" panose="020B0503030202060203" pitchFamily="34" charset="0"/>
              </a:rPr>
              <a:t>Cloud Spanner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E95B8E-F957-41C6-9495-A6AB4EC6F7D7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8255000" y="1511301"/>
            <a:ext cx="3556000" cy="822960"/>
          </a:xfrm>
        </p:spPr>
        <p:txBody>
          <a:bodyPr/>
          <a:lstStyle/>
          <a:p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cases: Consolidation, Upgrading, Disaster recovery, Compliance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755C3EC-8E55-0171-0AE6-EEDF9D843BEA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8255000" y="2080261"/>
            <a:ext cx="3556000" cy="2725310"/>
          </a:xfrm>
        </p:spPr>
        <p:txBody>
          <a:bodyPr/>
          <a:lstStyle/>
          <a:p>
            <a:pPr marL="342900" indent="-342900" fontAlgn="base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Migrate data to the cloud with minimal downtime.</a:t>
            </a:r>
          </a:p>
          <a:p>
            <a:pPr marL="342900" indent="-342900" fontAlgn="base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Supports a variety of data sources, databases, files, and applications.</a:t>
            </a:r>
          </a:p>
          <a:p>
            <a:pPr marL="342900" indent="-342900" fontAlgn="base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Automated and secure data migration process.</a:t>
            </a:r>
          </a:p>
          <a:p>
            <a:pPr marL="342900" indent="-342900" fontAlgn="base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upfront investment.</a:t>
            </a:r>
          </a:p>
          <a:p>
            <a:pPr marL="342900" indent="-342900" fontAlgn="base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Easy-to-use interface and intuitive workflows.</a:t>
            </a:r>
          </a:p>
          <a:p>
            <a:pPr marL="342900" indent="-342900" fontAlgn="base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Real-time data replication ensures data integrity.</a:t>
            </a:r>
          </a:p>
          <a:p>
            <a:pPr marL="342900" indent="-342900" fontAlgn="base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Built-in data validation to ensure data accuracy.</a:t>
            </a:r>
          </a:p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C547F78-486D-5D36-200D-32619DDA0F1B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8255000" y="1054101"/>
            <a:ext cx="3556000" cy="457200"/>
          </a:xfrm>
        </p:spPr>
        <p:txBody>
          <a:bodyPr/>
          <a:lstStyle/>
          <a:p>
            <a:r>
              <a:rPr lang="en-US" dirty="0">
                <a:solidFill>
                  <a:srgbClr val="A100FF"/>
                </a:solidFill>
                <a:latin typeface="Graphik" panose="020B0503030202060203" pitchFamily="34" charset="0"/>
              </a:rPr>
              <a:t>Data Migration 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7EA5100-4B2B-E49E-5B36-224FE6B099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6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AD25F1-4918-A850-6CC1-51B951EBC293}"/>
              </a:ext>
            </a:extLst>
          </p:cNvPr>
          <p:cNvSpPr/>
          <p:nvPr/>
        </p:nvSpPr>
        <p:spPr>
          <a:xfrm>
            <a:off x="279400" y="952501"/>
            <a:ext cx="3746500" cy="46481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20BD13-0906-7841-AF23-E463CAA73999}"/>
              </a:ext>
            </a:extLst>
          </p:cNvPr>
          <p:cNvSpPr/>
          <p:nvPr/>
        </p:nvSpPr>
        <p:spPr>
          <a:xfrm>
            <a:off x="279400" y="5694571"/>
            <a:ext cx="11595100" cy="60462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defTabSz="914377" fontAlgn="base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Fully managed, Highly scalable, Secure, Cost-effective</a:t>
            </a:r>
          </a:p>
          <a:p>
            <a:pPr marL="342900" indent="-342900" defTabSz="914377" fontAlgn="base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Strong Consistency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5E02F1-1554-6150-05C4-78B26DEA7EB6}"/>
              </a:ext>
            </a:extLst>
          </p:cNvPr>
          <p:cNvSpPr/>
          <p:nvPr/>
        </p:nvSpPr>
        <p:spPr>
          <a:xfrm>
            <a:off x="4203700" y="965201"/>
            <a:ext cx="3746500" cy="46481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B2F149-ED76-564A-DEAF-D3EB10A3F840}"/>
              </a:ext>
            </a:extLst>
          </p:cNvPr>
          <p:cNvSpPr/>
          <p:nvPr/>
        </p:nvSpPr>
        <p:spPr>
          <a:xfrm>
            <a:off x="8128000" y="965201"/>
            <a:ext cx="3746500" cy="46481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pic>
        <p:nvPicPr>
          <p:cNvPr id="20" name="Picture 19" descr="A blue hexagon with a white logo&#10;&#10;Description automatically generated">
            <a:extLst>
              <a:ext uri="{FF2B5EF4-FFF2-40B4-BE49-F238E27FC236}">
                <a16:creationId xmlns:a16="http://schemas.microsoft.com/office/drawing/2014/main" id="{0DC27160-E187-6BC7-4C33-7D9E28B32D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411" t="14324" r="13582" b="18148"/>
          <a:stretch/>
        </p:blipFill>
        <p:spPr>
          <a:xfrm>
            <a:off x="2159000" y="1005517"/>
            <a:ext cx="558800" cy="496472"/>
          </a:xfrm>
          <a:prstGeom prst="rect">
            <a:avLst/>
          </a:prstGeom>
        </p:spPr>
      </p:pic>
      <p:pic>
        <p:nvPicPr>
          <p:cNvPr id="22" name="Picture 21" descr="A blue hexagon with a white wrench&#10;&#10;Description automatically generated">
            <a:extLst>
              <a:ext uri="{FF2B5EF4-FFF2-40B4-BE49-F238E27FC236}">
                <a16:creationId xmlns:a16="http://schemas.microsoft.com/office/drawing/2014/main" id="{A1E0E3D4-3D7D-EDDB-D4FD-A9C08444FF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075" y="1013625"/>
            <a:ext cx="497676" cy="497676"/>
          </a:xfrm>
          <a:prstGeom prst="rect">
            <a:avLst/>
          </a:prstGeom>
        </p:spPr>
      </p:pic>
      <p:pic>
        <p:nvPicPr>
          <p:cNvPr id="24" name="Picture 23" descr="A blue logo with a arrow&#10;&#10;Description automatically generated">
            <a:extLst>
              <a:ext uri="{FF2B5EF4-FFF2-40B4-BE49-F238E27FC236}">
                <a16:creationId xmlns:a16="http://schemas.microsoft.com/office/drawing/2014/main" id="{5C43E570-EDF5-CE68-FD4B-27D0C4FF188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1480" t="14794" r="22615"/>
          <a:stretch/>
        </p:blipFill>
        <p:spPr>
          <a:xfrm>
            <a:off x="10617675" y="1023731"/>
            <a:ext cx="456725" cy="500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600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84263-AF56-40A9-4A69-DE11E95ED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777" y="350628"/>
            <a:ext cx="11429999" cy="990602"/>
          </a:xfrm>
        </p:spPr>
        <p:txBody>
          <a:bodyPr/>
          <a:lstStyle/>
          <a:p>
            <a:r>
              <a:rPr lang="en-US" dirty="0"/>
              <a:t>Database – No-SQL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3896A-83B1-C416-0072-0DB99ED90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511301"/>
            <a:ext cx="3556000" cy="822960"/>
          </a:xfrm>
        </p:spPr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Cases: Personalization, AdTech, Recommendation Engines, Fraud detection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D4677-4198-2FC4-DC83-7F981EE52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0" y="2105660"/>
            <a:ext cx="3556000" cy="3456939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Fully managed NoSQL database with high performance and 99.999% availability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Optimized for low latency, high read/write volumes, and performance at scale.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Replication enhances data availability and durability.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is encrypted with Google keys by default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Allows 4 replicated clusters in available Google Cloud zones.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 separating processing and storage, adjusts throughput automatically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EC4670-F317-994D-7BC1-083DB38FE69F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81000" y="1054101"/>
            <a:ext cx="3556000" cy="457200"/>
          </a:xfrm>
        </p:spPr>
        <p:txBody>
          <a:bodyPr/>
          <a:lstStyle/>
          <a:p>
            <a:r>
              <a:rPr lang="en-US" dirty="0">
                <a:solidFill>
                  <a:srgbClr val="A100FF"/>
                </a:solidFill>
                <a:latin typeface="Graphik" panose="020B0503030202060203" pitchFamily="34" charset="0"/>
              </a:rPr>
              <a:t>Big Table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3FD67A-E272-724A-BD10-8950C3D568A2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4318000" y="1511301"/>
            <a:ext cx="3556000" cy="822960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Cases: Mobile/web/IoT applications, Real-time sync, Offline sync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E390EFF-FB82-3A6C-4420-92C391FCA733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4318000" y="2089206"/>
            <a:ext cx="3556000" cy="2725310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Scalable document database service for diverse platforms.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Store your data in documents, organized into collections.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Syncs data across devices and efficiently handles one-time fetch queries.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Offers Google Cloud's robust infrastructure with multi-region data replication.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 separating processing and storage, adjusts throughput automatically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Caches data for offline access.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 type – Native (Document) and Datastore (Entity)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29A00AD-3C95-5D98-086C-63A715CC6697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4318000" y="1054101"/>
            <a:ext cx="3556000" cy="457200"/>
          </a:xfrm>
        </p:spPr>
        <p:txBody>
          <a:bodyPr/>
          <a:lstStyle/>
          <a:p>
            <a:r>
              <a:rPr lang="en-US" dirty="0">
                <a:solidFill>
                  <a:srgbClr val="A100FF"/>
                </a:solidFill>
                <a:latin typeface="Graphik" panose="020B0503030202060203" pitchFamily="34" charset="0"/>
              </a:rPr>
              <a:t>Fire Store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E95B8E-F957-41C6-9495-A6AB4EC6F7D7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8255000" y="1511301"/>
            <a:ext cx="3556000" cy="822960"/>
          </a:xfrm>
        </p:spPr>
        <p:txBody>
          <a:bodyPr/>
          <a:lstStyle/>
          <a:p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cases: Real-time collaboration, user authentication, push notifications, analytics.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755C3EC-8E55-0171-0AE6-EEDF9D843BEA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8256896" y="2039863"/>
            <a:ext cx="3556000" cy="2725310"/>
          </a:xfrm>
        </p:spPr>
        <p:txBody>
          <a:bodyPr/>
          <a:lstStyle/>
          <a:p>
            <a:pPr marL="342900" indent="-342900" fontAlgn="base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Comprehensive platform for building web and mobile applications.</a:t>
            </a:r>
          </a:p>
          <a:p>
            <a:pPr marL="342900" indent="-342900" fontAlgn="base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Full-fledged Backend as a Service (BaaS) platform</a:t>
            </a:r>
          </a:p>
          <a:p>
            <a:pPr marL="342900" indent="-342900" fontAlgn="base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Flexible, scalable database for mobile, web, and server development.</a:t>
            </a:r>
          </a:p>
          <a:p>
            <a:pPr marL="342900" indent="-342900" fontAlgn="base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Secure user sign-ins via various authentication providers</a:t>
            </a:r>
          </a:p>
          <a:p>
            <a:pPr marL="342900" indent="-342900" fontAlgn="base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Run backend code in response to events triggered by Firebase features.</a:t>
            </a:r>
          </a:p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C547F78-486D-5D36-200D-32619DDA0F1B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8255000" y="1054101"/>
            <a:ext cx="3556000" cy="457200"/>
          </a:xfrm>
        </p:spPr>
        <p:txBody>
          <a:bodyPr/>
          <a:lstStyle/>
          <a:p>
            <a:r>
              <a:rPr lang="en-US" dirty="0">
                <a:solidFill>
                  <a:srgbClr val="A100FF"/>
                </a:solidFill>
                <a:latin typeface="Graphik" panose="020B0503030202060203" pitchFamily="34" charset="0"/>
              </a:rPr>
              <a:t>Firebase 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7EA5100-4B2B-E49E-5B36-224FE6B099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7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AD25F1-4918-A850-6CC1-51B951EBC293}"/>
              </a:ext>
            </a:extLst>
          </p:cNvPr>
          <p:cNvSpPr/>
          <p:nvPr/>
        </p:nvSpPr>
        <p:spPr>
          <a:xfrm>
            <a:off x="266700" y="952501"/>
            <a:ext cx="3746500" cy="46481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20BD13-0906-7841-AF23-E463CAA73999}"/>
              </a:ext>
            </a:extLst>
          </p:cNvPr>
          <p:cNvSpPr/>
          <p:nvPr/>
        </p:nvSpPr>
        <p:spPr>
          <a:xfrm>
            <a:off x="255077" y="5694571"/>
            <a:ext cx="11632123" cy="60462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defTabSz="914377" fontAlgn="base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Real-time synchronization, flexible schema.</a:t>
            </a:r>
          </a:p>
          <a:p>
            <a:pPr marL="342900" indent="-342900" defTabSz="914377" fontAlgn="base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Horizontal scalability for dynamic data storage needs in modern applications.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5E02F1-1554-6150-05C4-78B26DEA7EB6}"/>
              </a:ext>
            </a:extLst>
          </p:cNvPr>
          <p:cNvSpPr/>
          <p:nvPr/>
        </p:nvSpPr>
        <p:spPr>
          <a:xfrm>
            <a:off x="4216400" y="965201"/>
            <a:ext cx="3746500" cy="46481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B2F149-ED76-564A-DEAF-D3EB10A3F840}"/>
              </a:ext>
            </a:extLst>
          </p:cNvPr>
          <p:cNvSpPr/>
          <p:nvPr/>
        </p:nvSpPr>
        <p:spPr>
          <a:xfrm>
            <a:off x="8140700" y="965201"/>
            <a:ext cx="3746500" cy="46481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pic>
        <p:nvPicPr>
          <p:cNvPr id="18" name="Picture 17" descr="A blue and white logo&#10;&#10;Description automatically generated">
            <a:extLst>
              <a:ext uri="{FF2B5EF4-FFF2-40B4-BE49-F238E27FC236}">
                <a16:creationId xmlns:a16="http://schemas.microsoft.com/office/drawing/2014/main" id="{296D47A1-A31D-6071-8002-3D49A1A72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0076" y="1030854"/>
            <a:ext cx="480448" cy="480448"/>
          </a:xfrm>
          <a:prstGeom prst="rect">
            <a:avLst/>
          </a:prstGeom>
        </p:spPr>
      </p:pic>
      <p:pic>
        <p:nvPicPr>
          <p:cNvPr id="20" name="Picture 19" descr="A blue hexagon with white logo&#10;&#10;Description automatically generated">
            <a:extLst>
              <a:ext uri="{FF2B5EF4-FFF2-40B4-BE49-F238E27FC236}">
                <a16:creationId xmlns:a16="http://schemas.microsoft.com/office/drawing/2014/main" id="{7885982D-824F-3D9E-649A-45309CB41B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964" y="1054102"/>
            <a:ext cx="450672" cy="401428"/>
          </a:xfrm>
          <a:prstGeom prst="rect">
            <a:avLst/>
          </a:prstGeom>
        </p:spPr>
      </p:pic>
      <p:pic>
        <p:nvPicPr>
          <p:cNvPr id="24" name="Picture 23" descr="A yellow folded paper&#10;&#10;Description automatically generated">
            <a:extLst>
              <a:ext uri="{FF2B5EF4-FFF2-40B4-BE49-F238E27FC236}">
                <a16:creationId xmlns:a16="http://schemas.microsoft.com/office/drawing/2014/main" id="{D967BC7B-66BE-237D-B72A-8E2EF9A6E2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9150" y="1020845"/>
            <a:ext cx="323850" cy="44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016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649C5-8C66-5193-D079-40B267C92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477" y="443935"/>
            <a:ext cx="11429999" cy="990602"/>
          </a:xfrm>
        </p:spPr>
        <p:txBody>
          <a:bodyPr/>
          <a:lstStyle/>
          <a:p>
            <a:r>
              <a:rPr lang="en-US" dirty="0"/>
              <a:t>Analytical Service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27DCA5-39C6-9E94-8C77-9820A1739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800" y="1263369"/>
            <a:ext cx="5524500" cy="822960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en-US" dirty="0">
                <a:solidFill>
                  <a:srgbClr val="A100FF"/>
                </a:solidFill>
                <a:latin typeface="Graphik" panose="020B0503030202060203" pitchFamily="34" charset="0"/>
              </a:rPr>
              <a:t>Big Query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847D50-F3EA-9010-7ECF-FAA6794B339A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87023" y="1267179"/>
            <a:ext cx="5524500" cy="822960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en-US" dirty="0">
                <a:solidFill>
                  <a:srgbClr val="A100FF"/>
                </a:solidFill>
                <a:latin typeface="Graphik" panose="020B0503030202060203" pitchFamily="34" charset="0"/>
              </a:rPr>
              <a:t>Big Table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0FF8322-D2E8-5B2F-9E70-D07DC95E67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9099" y="2219400"/>
            <a:ext cx="5524499" cy="3679465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Relational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Fixed and Enforced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SQL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ACID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stored on Google Cloud Storage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is automatically replicated across multiple regions for high availability and disaster recovery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Scales automatically to handle massive datasets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Optimized for analytical queries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Pay per use based on data stored and queries run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warehousing, analytics, reporting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endParaRPr lang="en-US" sz="1400" b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7B0FB47-C631-C128-53A9-9A41AD700773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6286500" y="2194561"/>
            <a:ext cx="5524499" cy="3679465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Key-Value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Flexible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NoSQL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Primarily supports strings and integers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Eventually Consistent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geographically distributed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is automatically replicated within a cluster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Horizontally scalable by adding nodes to the cluster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Optimized for high-throughput read/write operations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Pay per use based on storage, read/write operations, and node hours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Real-time data serving, NoSQL databases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E4A6C4-7FEB-F9C6-3B77-EA395620C1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8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45BCC0-329E-1E5A-07AA-93E01FB9730F}"/>
              </a:ext>
            </a:extLst>
          </p:cNvPr>
          <p:cNvSpPr/>
          <p:nvPr/>
        </p:nvSpPr>
        <p:spPr>
          <a:xfrm>
            <a:off x="6197597" y="1136375"/>
            <a:ext cx="5524498" cy="4422415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CA0DAB-AAB6-A11A-B61C-6AEE8C16D753}"/>
              </a:ext>
            </a:extLst>
          </p:cNvPr>
          <p:cNvSpPr/>
          <p:nvPr/>
        </p:nvSpPr>
        <p:spPr>
          <a:xfrm>
            <a:off x="368297" y="1136375"/>
            <a:ext cx="5524498" cy="4422415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pic>
        <p:nvPicPr>
          <p:cNvPr id="14" name="Picture 13" descr="A blue hexagon with white logo&#10;&#10;Description automatically generated">
            <a:extLst>
              <a:ext uri="{FF2B5EF4-FFF2-40B4-BE49-F238E27FC236}">
                <a16:creationId xmlns:a16="http://schemas.microsoft.com/office/drawing/2014/main" id="{FCE6EA0A-7C86-4F30-BB00-F3542E4A9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807" y="1299210"/>
            <a:ext cx="415394" cy="370005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D436C94D-D8EC-791A-C643-18FF4B8B15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76449" y="1212569"/>
            <a:ext cx="455931" cy="455931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1ABE513-1585-CB26-6829-9A03EF151B43}"/>
              </a:ext>
            </a:extLst>
          </p:cNvPr>
          <p:cNvSpPr txBox="1">
            <a:spLocks/>
          </p:cNvSpPr>
          <p:nvPr/>
        </p:nvSpPr>
        <p:spPr>
          <a:xfrm>
            <a:off x="431805" y="1706031"/>
            <a:ext cx="5168895" cy="822960"/>
          </a:xfrm>
          <a:prstGeom prst="rect">
            <a:avLst/>
          </a:prstGeom>
        </p:spPr>
        <p:txBody>
          <a:bodyPr anchor="t"/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1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6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320040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Cases: Large-scale data analytics, business intelligence, and machine learning.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56280FC9-D4CE-6ABD-FAD2-4DB2FD9AD383}"/>
              </a:ext>
            </a:extLst>
          </p:cNvPr>
          <p:cNvSpPr txBox="1">
            <a:spLocks/>
          </p:cNvSpPr>
          <p:nvPr/>
        </p:nvSpPr>
        <p:spPr>
          <a:xfrm>
            <a:off x="6286500" y="1678659"/>
            <a:ext cx="5168895" cy="822960"/>
          </a:xfrm>
          <a:prstGeom prst="rect">
            <a:avLst/>
          </a:prstGeom>
        </p:spPr>
        <p:txBody>
          <a:bodyPr anchor="t"/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1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6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320040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Cases: Storing large, sparse data sets (like web tables, time series, logs, sensor data)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E9F071-E8D6-A4C6-C492-5F029B656EC7}"/>
              </a:ext>
            </a:extLst>
          </p:cNvPr>
          <p:cNvSpPr/>
          <p:nvPr/>
        </p:nvSpPr>
        <p:spPr>
          <a:xfrm>
            <a:off x="368296" y="5694571"/>
            <a:ext cx="11353799" cy="60462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defTabSz="914377" fontAlgn="base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Highly scalable, can handle massive amounts of data.</a:t>
            </a:r>
          </a:p>
          <a:p>
            <a:pPr marL="342900" indent="-342900" defTabSz="914377" fontAlgn="base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Suitable for storing and analyzing large datasets.</a:t>
            </a:r>
          </a:p>
        </p:txBody>
      </p:sp>
    </p:spTree>
    <p:extLst>
      <p:ext uri="{BB962C8B-B14F-4D97-AF65-F5344CB8AC3E}">
        <p14:creationId xmlns:p14="http://schemas.microsoft.com/office/powerpoint/2010/main" val="3579142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84263-AF56-40A9-4A69-DE11E95ED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777" y="350628"/>
            <a:ext cx="11429999" cy="990602"/>
          </a:xfrm>
        </p:spPr>
        <p:txBody>
          <a:bodyPr/>
          <a:lstStyle/>
          <a:p>
            <a:r>
              <a:rPr lang="en-US" dirty="0"/>
              <a:t>Data Pipeline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3896A-83B1-C416-0072-0DB99ED90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511301"/>
            <a:ext cx="3556000" cy="822960"/>
          </a:xfrm>
        </p:spPr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Cases: Real-time data processing stream analytics, ETL pipelines,  machine learning.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D4677-4198-2FC4-DC83-7F981EE52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0" y="2105660"/>
            <a:ext cx="3556000" cy="3456939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building complex data processing pipelines involving large-scale batch or streaming data tasks.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i="0" dirty="0">
                <a:effectLst/>
                <a:latin typeface="Roboto" panose="02000000000000000000" pitchFamily="2" charset="0"/>
              </a:rPr>
              <a:t>Complex data processing</a:t>
            </a:r>
            <a:endParaRPr lang="en-US" sz="1400" b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processing service that can process vast amounts of data quickly and reliably.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 process data in a variety of formats, including JSON, CSV, and Apache Avro.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Variety of sources, including Cloud Storage, </a:t>
            </a:r>
            <a:r>
              <a:rPr lang="en-US" sz="1400" b="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BigQuery</a:t>
            </a: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and Pub/Sub.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Apache beam framework to create custom or predefine pipelines.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EC4670-F317-994D-7BC1-083DB38FE69F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81000" y="1054101"/>
            <a:ext cx="3556000" cy="457200"/>
          </a:xfrm>
        </p:spPr>
        <p:txBody>
          <a:bodyPr/>
          <a:lstStyle/>
          <a:p>
            <a:r>
              <a:rPr lang="en-US" dirty="0">
                <a:solidFill>
                  <a:srgbClr val="A100FF"/>
                </a:solidFill>
                <a:latin typeface="Graphik" panose="020B0503030202060203" pitchFamily="34" charset="0"/>
              </a:rPr>
              <a:t>Dataflow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7EA5100-4B2B-E49E-5B36-224FE6B099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9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AD25F1-4918-A850-6CC1-51B951EBC293}"/>
              </a:ext>
            </a:extLst>
          </p:cNvPr>
          <p:cNvSpPr/>
          <p:nvPr/>
        </p:nvSpPr>
        <p:spPr>
          <a:xfrm>
            <a:off x="266700" y="952501"/>
            <a:ext cx="3746500" cy="46481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20BD13-0906-7841-AF23-E463CAA73999}"/>
              </a:ext>
            </a:extLst>
          </p:cNvPr>
          <p:cNvSpPr/>
          <p:nvPr/>
        </p:nvSpPr>
        <p:spPr>
          <a:xfrm>
            <a:off x="255077" y="5694571"/>
            <a:ext cx="11632123" cy="60462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defTabSz="914377" fontAlgn="base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sed for data processing and integration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Horizontal scalability for dynamic data storage needs in modern applications.</a:t>
            </a:r>
          </a:p>
          <a:p>
            <a:pPr marL="342900" indent="-342900" defTabSz="914377" fontAlgn="base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Fully managed Serverless Services,  autoscaling based on requirement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868326E-0469-FC62-C0A7-E16EFB7BD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9248" y="1010023"/>
            <a:ext cx="457089" cy="40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164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84263-AF56-40A9-4A69-DE11E95ED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777" y="350628"/>
            <a:ext cx="11429999" cy="990602"/>
          </a:xfrm>
        </p:spPr>
        <p:txBody>
          <a:bodyPr/>
          <a:lstStyle/>
          <a:p>
            <a:r>
              <a:rPr lang="en-US" dirty="0"/>
              <a:t>Storage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3896A-83B1-C416-0072-0DB99ED90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511301"/>
            <a:ext cx="3556000" cy="822960"/>
          </a:xfrm>
        </p:spPr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Cases: Backups and archives, Media content storage and delivery, Data lakes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D4677-4198-2FC4-DC83-7F981EE52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0" y="2105660"/>
            <a:ext cx="3556000" cy="3456939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Store any amount of data in any format.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Regional, dual-regional and multiregional data storage support.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99.999999999% durability and 99.99% availability.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Storage classes to choose from, including Standard, Nearline, </a:t>
            </a:r>
            <a:r>
              <a:rPr lang="en-US" sz="1400" b="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Coldline</a:t>
            </a: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and Archive.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Manage lifecycle of objects, including deletion and archival.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Multiple versions for data recovery and rollback.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Manage Cloud Storage using a RESTful API (JSON), SOAP API(XML).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EC4670-F317-994D-7BC1-083DB38FE69F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81000" y="1054101"/>
            <a:ext cx="3556000" cy="457200"/>
          </a:xfrm>
        </p:spPr>
        <p:txBody>
          <a:bodyPr/>
          <a:lstStyle/>
          <a:p>
            <a:r>
              <a:rPr lang="en-US" dirty="0">
                <a:solidFill>
                  <a:srgbClr val="A100FF"/>
                </a:solidFill>
                <a:latin typeface="Graphik" panose="020B0503030202060203" pitchFamily="34" charset="0"/>
              </a:rPr>
              <a:t>Cloud Storage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7EA5100-4B2B-E49E-5B36-224FE6B099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10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AD25F1-4918-A850-6CC1-51B951EBC293}"/>
              </a:ext>
            </a:extLst>
          </p:cNvPr>
          <p:cNvSpPr/>
          <p:nvPr/>
        </p:nvSpPr>
        <p:spPr>
          <a:xfrm>
            <a:off x="266700" y="952501"/>
            <a:ext cx="3746500" cy="46481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20BD13-0906-7841-AF23-E463CAA73999}"/>
              </a:ext>
            </a:extLst>
          </p:cNvPr>
          <p:cNvSpPr/>
          <p:nvPr/>
        </p:nvSpPr>
        <p:spPr>
          <a:xfrm>
            <a:off x="255077" y="5694571"/>
            <a:ext cx="11632123" cy="60462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defTabSz="914377" fontAlgn="base">
              <a:lnSpc>
                <a:spcPct val="10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Encryption and access control to protect data.</a:t>
            </a:r>
          </a:p>
          <a:p>
            <a:pPr marL="342900" indent="-342900" defTabSz="914377" fontAlgn="base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Scalability, Durability, Accessibility, Security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C634851-DDC3-5DCE-B797-5BB85EE7D0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780" t="15513" r="14121" b="8476"/>
          <a:stretch/>
        </p:blipFill>
        <p:spPr>
          <a:xfrm>
            <a:off x="2641600" y="1053526"/>
            <a:ext cx="469900" cy="405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553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84263-AF56-40A9-4A69-DE11E95ED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777" y="350628"/>
            <a:ext cx="11429999" cy="990602"/>
          </a:xfrm>
        </p:spPr>
        <p:txBody>
          <a:bodyPr/>
          <a:lstStyle/>
          <a:p>
            <a:r>
              <a:rPr lang="en-US" dirty="0"/>
              <a:t>Security Services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3896A-83B1-C416-0072-0DB99ED90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511301"/>
            <a:ext cx="3556000" cy="822960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Cases: Bot Management, Tuning Google Cloud Armor WAF rules, Rate limiting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D4677-4198-2FC4-DC83-7F981EE52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0" y="2105660"/>
            <a:ext cx="3556000" cy="3456939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Protect against distributed denial-of-service (DDoS) attacks.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Distribute traffic across multiple servers.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Pre-configured WAF rules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Terminate SSL/TLS connections at the edge of the network.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Limit the number of requests.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Custom rules to define specific security policies.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Preconfigured rules to protect against common threats.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Manage Cloud Armor using a RESTful API.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EC4670-F317-994D-7BC1-083DB38FE69F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81000" y="1054101"/>
            <a:ext cx="3556000" cy="457200"/>
          </a:xfrm>
        </p:spPr>
        <p:txBody>
          <a:bodyPr/>
          <a:lstStyle/>
          <a:p>
            <a:r>
              <a:rPr lang="en-US" dirty="0">
                <a:solidFill>
                  <a:srgbClr val="A100FF"/>
                </a:solidFill>
                <a:latin typeface="Graphik" panose="020B0503030202060203" pitchFamily="34" charset="0"/>
              </a:rPr>
              <a:t>Cloud Armor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3FD67A-E272-724A-BD10-8950C3D568A2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4318000" y="1511301"/>
            <a:ext cx="3644900" cy="822960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Cases: </a:t>
            </a:r>
            <a:r>
              <a:rPr lang="en-US" sz="1050" b="1" dirty="0">
                <a:effectLst/>
                <a:latin typeface="Graphik" panose="020B050303020206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Across All Industries 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E390EFF-FB82-3A6C-4420-92C391FCA733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4318000" y="2089206"/>
            <a:ext cx="3556000" cy="2725310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Cloud Identity is a comprehensive identity and access management (IAM) solution 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Centrally manage users and groups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Enforce access control and Use fine-grained access controls 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Enable single sign-on (SSO) 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Allows users to sign in to all of their GCP resources with a single set of credentials.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Protect against unauthorized access and use multi-factor authentication (MFA)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29A00AD-3C95-5D98-086C-63A715CC6697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4318000" y="1054101"/>
            <a:ext cx="3556000" cy="457200"/>
          </a:xfrm>
        </p:spPr>
        <p:txBody>
          <a:bodyPr/>
          <a:lstStyle/>
          <a:p>
            <a:r>
              <a:rPr lang="en-US" sz="2400" dirty="0">
                <a:solidFill>
                  <a:srgbClr val="A100FF"/>
                </a:solidFill>
                <a:latin typeface="Graphik" panose="020B0503030202060203" pitchFamily="34" charset="0"/>
              </a:rPr>
              <a:t>Cloud Identity</a:t>
            </a:r>
          </a:p>
          <a:p>
            <a:r>
              <a:rPr lang="en-US" dirty="0"/>
              <a:t> 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7EA5100-4B2B-E49E-5B36-224FE6B099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11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AD25F1-4918-A850-6CC1-51B951EBC293}"/>
              </a:ext>
            </a:extLst>
          </p:cNvPr>
          <p:cNvSpPr/>
          <p:nvPr/>
        </p:nvSpPr>
        <p:spPr>
          <a:xfrm>
            <a:off x="266700" y="952501"/>
            <a:ext cx="3746500" cy="46481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20BD13-0906-7841-AF23-E463CAA73999}"/>
              </a:ext>
            </a:extLst>
          </p:cNvPr>
          <p:cNvSpPr/>
          <p:nvPr/>
        </p:nvSpPr>
        <p:spPr>
          <a:xfrm>
            <a:off x="255077" y="5694571"/>
            <a:ext cx="11632123" cy="60462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defTabSz="914377" fontAlgn="base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Shared responsibility: Google protects the infrastructure, you secure your data and applications.</a:t>
            </a:r>
          </a:p>
          <a:p>
            <a:pPr marL="342900" indent="-342900" defTabSz="914377" fontAlgn="base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Defense in depth: Multiple layers of security safeguard your data and resources.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5E02F1-1554-6150-05C4-78B26DEA7EB6}"/>
              </a:ext>
            </a:extLst>
          </p:cNvPr>
          <p:cNvSpPr/>
          <p:nvPr/>
        </p:nvSpPr>
        <p:spPr>
          <a:xfrm>
            <a:off x="4216400" y="965201"/>
            <a:ext cx="3746500" cy="46481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39320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84263-AF56-40A9-4A69-DE11E95ED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777" y="350628"/>
            <a:ext cx="11429999" cy="990602"/>
          </a:xfrm>
        </p:spPr>
        <p:txBody>
          <a:bodyPr/>
          <a:lstStyle/>
          <a:p>
            <a:r>
              <a:rPr lang="en-US" dirty="0"/>
              <a:t>Security Services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3FD67A-E272-724A-BD10-8950C3D568A2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953477" y="1651001"/>
            <a:ext cx="3644900" cy="822960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Cases : Storing and managing secrets, Compliance reporting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E390EFF-FB82-3A6C-4420-92C391FCA733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953477" y="2228906"/>
            <a:ext cx="3556000" cy="2725310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a cloud-based security service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helps you to manage and protect your secrets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Secrets are sensitive data, such as passwords, API keys, and certificates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Reduce the risk of a security breach due to central secret storage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Secrets encryption improves security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Versioning option available for secrets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 access latest version of secrets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29A00AD-3C95-5D98-086C-63A715CC6697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953477" y="1193801"/>
            <a:ext cx="3556000" cy="457200"/>
          </a:xfrm>
        </p:spPr>
        <p:txBody>
          <a:bodyPr/>
          <a:lstStyle/>
          <a:p>
            <a:r>
              <a:rPr lang="en-US" sz="2400" dirty="0">
                <a:solidFill>
                  <a:srgbClr val="A100FF"/>
                </a:solidFill>
                <a:latin typeface="Graphik" panose="020B0503030202060203" pitchFamily="34" charset="0"/>
              </a:rPr>
              <a:t>Secret Manager</a:t>
            </a:r>
          </a:p>
          <a:p>
            <a:r>
              <a:rPr lang="en-US" dirty="0"/>
              <a:t> 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7EA5100-4B2B-E49E-5B36-224FE6B099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45953" y="6693466"/>
            <a:ext cx="381001" cy="207843"/>
          </a:xfrm>
        </p:spPr>
        <p:txBody>
          <a:bodyPr/>
          <a:lstStyle/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12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20BD13-0906-7841-AF23-E463CAA73999}"/>
              </a:ext>
            </a:extLst>
          </p:cNvPr>
          <p:cNvSpPr/>
          <p:nvPr/>
        </p:nvSpPr>
        <p:spPr>
          <a:xfrm>
            <a:off x="851877" y="5902743"/>
            <a:ext cx="11058769" cy="60462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defTabSz="914377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Focus on different aspects of security, including data, applications, and websites..</a:t>
            </a:r>
          </a:p>
          <a:p>
            <a:pPr marL="342900" indent="-342900" defTabSz="914377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 be integrated with other security tools and platforms for a comprehensive security solution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.</a:t>
            </a:r>
            <a:endParaRPr lang="en-US" sz="1400" b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5E02F1-1554-6150-05C4-78B26DEA7EB6}"/>
              </a:ext>
            </a:extLst>
          </p:cNvPr>
          <p:cNvSpPr/>
          <p:nvPr/>
        </p:nvSpPr>
        <p:spPr>
          <a:xfrm>
            <a:off x="851877" y="1104901"/>
            <a:ext cx="3746500" cy="46481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67437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84263-AF56-40A9-4A69-DE11E95ED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777" y="350628"/>
            <a:ext cx="11429999" cy="990602"/>
          </a:xfrm>
        </p:spPr>
        <p:txBody>
          <a:bodyPr/>
          <a:lstStyle/>
          <a:p>
            <a:r>
              <a:rPr lang="en-US" dirty="0"/>
              <a:t>Security Services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3896A-83B1-C416-0072-0DB99ED90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5600" y="1709422"/>
            <a:ext cx="3556000" cy="822960"/>
          </a:xfrm>
        </p:spPr>
        <p:txBody>
          <a:bodyPr/>
          <a:lstStyle/>
          <a:p>
            <a:r>
              <a:rPr lang="en-US" sz="1400" b="1" dirty="0">
                <a:effectLst/>
                <a:latin typeface="Graphik" panose="020B050303020206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Cases : Across All Industries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D4677-4198-2FC4-DC83-7F981EE52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0" y="2219961"/>
            <a:ext cx="3556000" cy="3456939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Cloud-based security information and event management (SIEM) solution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provides a single, unified view of your security data, 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Helps to detect, investigate, and respond to security threats more quickly and effectively.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Provides tools and information you need to identify and mitigate potential threats.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Enhance compliance with security regulations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EC4670-F317-994D-7BC1-083DB38FE69F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55600" y="1000815"/>
            <a:ext cx="3810000" cy="469900"/>
          </a:xfrm>
        </p:spPr>
        <p:txBody>
          <a:bodyPr/>
          <a:lstStyle/>
          <a:p>
            <a:r>
              <a:rPr lang="en-US" sz="2400" dirty="0">
                <a:solidFill>
                  <a:srgbClr val="A100FF"/>
                </a:solidFill>
                <a:latin typeface="Graphik" panose="020B0503030202060203" pitchFamily="34" charset="0"/>
              </a:rPr>
              <a:t>Security Command Center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3FD67A-E272-724A-BD10-8950C3D568A2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4337050" y="1582423"/>
            <a:ext cx="3644900" cy="822960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latin typeface="Graphik" panose="020B050303020206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Cases : Manage users, roles, &amp; permissions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E390EFF-FB82-3A6C-4420-92C391FCA733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4286250" y="2146383"/>
            <a:ext cx="3746500" cy="2725310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Centralized IAM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IAM uses "Role-based access control" to control access to resources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Fine-grained and Conditional access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Roles - Basic, Predefined, Custom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Users - User, Group , Service Account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Least privilege access. 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 apply MFA for extra security layer.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Works seamlessly with  SIEM and DLP.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Identity Federation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Adds an extra layer of security by requiring multiple factors for user authentication.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29A00AD-3C95-5D98-086C-63A715CC6697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4318000" y="1054101"/>
            <a:ext cx="3556000" cy="457200"/>
          </a:xfrm>
        </p:spPr>
        <p:txBody>
          <a:bodyPr/>
          <a:lstStyle/>
          <a:p>
            <a:r>
              <a:rPr lang="en-US" dirty="0">
                <a:solidFill>
                  <a:srgbClr val="A100FF"/>
                </a:solidFill>
                <a:latin typeface="Graphik" panose="020B0503030202060203" pitchFamily="34" charset="0"/>
              </a:rPr>
              <a:t>IAM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7EA5100-4B2B-E49E-5B36-224FE6B099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13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AD25F1-4918-A850-6CC1-51B951EBC293}"/>
              </a:ext>
            </a:extLst>
          </p:cNvPr>
          <p:cNvSpPr/>
          <p:nvPr/>
        </p:nvSpPr>
        <p:spPr>
          <a:xfrm>
            <a:off x="266700" y="952501"/>
            <a:ext cx="3746500" cy="46481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20BD13-0906-7841-AF23-E463CAA73999}"/>
              </a:ext>
            </a:extLst>
          </p:cNvPr>
          <p:cNvSpPr/>
          <p:nvPr/>
        </p:nvSpPr>
        <p:spPr>
          <a:xfrm>
            <a:off x="255077" y="5694571"/>
            <a:ext cx="11632123" cy="60462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defTabSz="914377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centralized platform to manage access to resources, including authentication, authorization, and permissions.</a:t>
            </a:r>
          </a:p>
          <a:p>
            <a:pPr marL="342900" indent="-342900" defTabSz="914377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Activity logs capture, store, and analyze user access data, enhancing security insights for potential threats.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5E02F1-1554-6150-05C4-78B26DEA7EB6}"/>
              </a:ext>
            </a:extLst>
          </p:cNvPr>
          <p:cNvSpPr/>
          <p:nvPr/>
        </p:nvSpPr>
        <p:spPr>
          <a:xfrm>
            <a:off x="4216400" y="965201"/>
            <a:ext cx="3746500" cy="46481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4042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84263-AF56-40A9-4A69-DE11E95ED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777" y="350628"/>
            <a:ext cx="11429999" cy="990602"/>
          </a:xfrm>
        </p:spPr>
        <p:txBody>
          <a:bodyPr/>
          <a:lstStyle/>
          <a:p>
            <a:r>
              <a:rPr lang="en-US" dirty="0"/>
              <a:t>Network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3896A-83B1-C416-0072-0DB99ED90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152" y="1422402"/>
            <a:ext cx="3556000" cy="8229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cases Isolate cloud resources for security</a:t>
            </a:r>
          </a:p>
          <a:p>
            <a:pPr>
              <a:lnSpc>
                <a:spcPct val="100000"/>
              </a:lnSpc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Connect on-premises networks to Google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D4677-4198-2FC4-DC83-7F981EE52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0" y="2105660"/>
            <a:ext cx="3556000" cy="3456939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Provision, connect, or isolate Google Cloud resources 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Scale and control your cloud resources 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Provides your own IP addresses to Google’s network infrastructure anywhere.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 logs help with network monitoring, forensics, real-time security analysis.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Configure a VPC network to be shared across several projects in your organization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EC4670-F317-994D-7BC1-083DB38FE69F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81000" y="1054101"/>
            <a:ext cx="3556000" cy="457200"/>
          </a:xfrm>
        </p:spPr>
        <p:txBody>
          <a:bodyPr/>
          <a:lstStyle/>
          <a:p>
            <a:r>
              <a:rPr lang="en-US" dirty="0">
                <a:solidFill>
                  <a:srgbClr val="A100FF"/>
                </a:solidFill>
                <a:latin typeface="Graphik" panose="020B0503030202060203" pitchFamily="34" charset="0"/>
              </a:rPr>
              <a:t>VPC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7EA5100-4B2B-E49E-5B36-224FE6B099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14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AD25F1-4918-A850-6CC1-51B951EBC293}"/>
              </a:ext>
            </a:extLst>
          </p:cNvPr>
          <p:cNvSpPr/>
          <p:nvPr/>
        </p:nvSpPr>
        <p:spPr>
          <a:xfrm>
            <a:off x="266700" y="952501"/>
            <a:ext cx="3746500" cy="46481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20BD13-0906-7841-AF23-E463CAA73999}"/>
              </a:ext>
            </a:extLst>
          </p:cNvPr>
          <p:cNvSpPr/>
          <p:nvPr/>
        </p:nvSpPr>
        <p:spPr>
          <a:xfrm>
            <a:off x="255077" y="5694571"/>
            <a:ext cx="11632123" cy="60462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defTabSz="914377" fontAlgn="base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Virtual Private Cloud (VPC): Securely isolates your resources in the cloud.</a:t>
            </a:r>
          </a:p>
          <a:p>
            <a:pPr marL="342900" indent="-342900" defTabSz="914377" fontAlgn="base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Cloud Load Balancing: Distributes traffic across multiple instances for high availability..</a:t>
            </a:r>
          </a:p>
        </p:txBody>
      </p:sp>
    </p:spTree>
    <p:extLst>
      <p:ext uri="{BB962C8B-B14F-4D97-AF65-F5344CB8AC3E}">
        <p14:creationId xmlns:p14="http://schemas.microsoft.com/office/powerpoint/2010/main" val="827532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84263-AF56-40A9-4A69-DE11E95ED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777" y="350628"/>
            <a:ext cx="11429999" cy="990602"/>
          </a:xfrm>
        </p:spPr>
        <p:txBody>
          <a:bodyPr/>
          <a:lstStyle/>
          <a:p>
            <a:r>
              <a:rPr lang="en-US" dirty="0"/>
              <a:t>Network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3FD67A-E272-724A-BD10-8950C3D568A2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394777" y="1488440"/>
            <a:ext cx="3644900" cy="822960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cases : Transferring encrypted sensitive large volume of data.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E390EFF-FB82-3A6C-4420-92C391FCA733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394777" y="2066345"/>
            <a:ext cx="3467100" cy="2725310"/>
          </a:xfrm>
        </p:spPr>
        <p:txBody>
          <a:bodyPr/>
          <a:lstStyle/>
          <a:p>
            <a:pPr marL="342900" lvl="1" indent="-342900" fontAlgn="base"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Flexible configuration options to meet your specific needs</a:t>
            </a:r>
          </a:p>
          <a:p>
            <a:pPr marL="342900" lvl="1" indent="-342900" fontAlgn="base">
              <a:buFont typeface="Symbol" panose="05050102010706020507" pitchFamily="18" charset="2"/>
              <a:buChar char=""/>
            </a:pPr>
            <a:r>
              <a:rPr lang="en-US" sz="1400" b="0" i="0" dirty="0">
                <a:solidFill>
                  <a:srgbClr val="0D0D0D"/>
                </a:solidFill>
                <a:effectLst/>
                <a:latin typeface="Söhne"/>
              </a:rPr>
              <a:t>Fast, reliable on-premises connection</a:t>
            </a:r>
          </a:p>
          <a:p>
            <a:pPr marL="342900" lvl="1" indent="-342900" fontAlgn="base"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Dedicated connection that is not shared with other customers</a:t>
            </a:r>
          </a:p>
          <a:p>
            <a:pPr marL="342900" lvl="1" indent="-342900" fontAlgn="base">
              <a:buFont typeface="Symbol" panose="05050102010706020507" pitchFamily="18" charset="2"/>
              <a:buChar char=""/>
            </a:pPr>
            <a:r>
              <a:rPr lang="en-US" sz="1400" b="0" i="0" dirty="0">
                <a:solidFill>
                  <a:srgbClr val="0D0D0D"/>
                </a:solidFill>
                <a:effectLst/>
                <a:latin typeface="Söhne"/>
              </a:rPr>
              <a:t>SLA-backed secure connection</a:t>
            </a:r>
          </a:p>
          <a:p>
            <a:pPr marL="342900" lvl="1" indent="-342900" fontAlgn="base">
              <a:buFont typeface="Symbol" panose="05050102010706020507" pitchFamily="18" charset="2"/>
              <a:buChar char=""/>
            </a:pPr>
            <a:r>
              <a:rPr lang="en-US" sz="1400" b="0" i="0" dirty="0">
                <a:solidFill>
                  <a:srgbClr val="0D0D0D"/>
                </a:solidFill>
                <a:effectLst/>
                <a:latin typeface="Söhne"/>
              </a:rPr>
              <a:t>Easily scales bandwidth on 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demands</a:t>
            </a:r>
          </a:p>
          <a:p>
            <a:pPr marL="342900" lvl="1" indent="-342900" fontAlgn="base"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Supports variety of network protocols</a:t>
            </a:r>
          </a:p>
          <a:p>
            <a:pPr marL="342900" lvl="1" indent="-342900" fontAlgn="base"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Managed by Google to ensure a reliable and secure connection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29A00AD-3C95-5D98-086C-63A715CC6697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255077" y="1031240"/>
            <a:ext cx="3924300" cy="469900"/>
          </a:xfrm>
        </p:spPr>
        <p:txBody>
          <a:bodyPr/>
          <a:lstStyle/>
          <a:p>
            <a:r>
              <a:rPr lang="en-US" dirty="0">
                <a:solidFill>
                  <a:srgbClr val="A100FF"/>
                </a:solidFill>
                <a:latin typeface="Graphik" panose="020B0503030202060203" pitchFamily="34" charset="0"/>
              </a:rPr>
              <a:t>Dedicated Interconnect</a:t>
            </a:r>
          </a:p>
          <a:p>
            <a:r>
              <a:rPr lang="en-US" dirty="0"/>
              <a:t>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E95B8E-F957-41C6-9495-A6AB4EC6F7D7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4331777" y="1488440"/>
            <a:ext cx="3556000" cy="822960"/>
          </a:xfrm>
        </p:spPr>
        <p:txBody>
          <a:bodyPr/>
          <a:lstStyle/>
          <a:p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cases - Connected apps, Updating legacy applications</a:t>
            </a:r>
            <a:r>
              <a:rPr lang="en-US" sz="11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  <a:endParaRPr lang="en-US" sz="1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755C3EC-8E55-0171-0AE6-EEDF9D843BEA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4333673" y="2017002"/>
            <a:ext cx="3556000" cy="2725310"/>
          </a:xfrm>
        </p:spPr>
        <p:txBody>
          <a:bodyPr/>
          <a:lstStyle/>
          <a:p>
            <a:pPr marL="342900" lvl="1" indent="-342900" fontAlgn="base"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D0D0D"/>
                </a:solidFill>
                <a:latin typeface="Söhne"/>
              </a:rPr>
              <a:t>Connect to Google Cloud through a third-party provider</a:t>
            </a:r>
          </a:p>
          <a:p>
            <a:pPr marL="342900" lvl="1" indent="-342900" fontAlgn="base"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D0D0D"/>
                </a:solidFill>
                <a:latin typeface="Söhne"/>
              </a:rPr>
              <a:t>Multiple service providers to choose from</a:t>
            </a:r>
          </a:p>
          <a:p>
            <a:pPr marL="342900" lvl="1" indent="-342900" fontAlgn="base"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D0D0D"/>
                </a:solidFill>
                <a:latin typeface="Söhne"/>
              </a:rPr>
              <a:t>Variety of connection options to meet your specific needs</a:t>
            </a:r>
          </a:p>
          <a:p>
            <a:pPr marL="342900" lvl="1" indent="-342900" fontAlgn="base"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D0D0D"/>
                </a:solidFill>
                <a:latin typeface="Söhne"/>
              </a:rPr>
              <a:t>Scalable to meet your growing bandwidth demands</a:t>
            </a:r>
          </a:p>
          <a:p>
            <a:pPr marL="342900" lvl="1" indent="-342900" fontAlgn="base"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D0D0D"/>
                </a:solidFill>
                <a:latin typeface="Söhne"/>
              </a:rPr>
              <a:t>Can be used to connect to multiple Google Cloud regions</a:t>
            </a:r>
          </a:p>
          <a:p>
            <a:pPr marL="342900" lvl="1" indent="-342900" fontAlgn="base"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D0D0D"/>
                </a:solidFill>
                <a:latin typeface="Söhne"/>
              </a:rPr>
              <a:t>Managed by Google to ensure a reliable and secure connection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C547F78-486D-5D36-200D-32619DDA0F1B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4331777" y="1043940"/>
            <a:ext cx="3670300" cy="457200"/>
          </a:xfrm>
        </p:spPr>
        <p:txBody>
          <a:bodyPr/>
          <a:lstStyle/>
          <a:p>
            <a:r>
              <a:rPr lang="en-US" dirty="0">
                <a:solidFill>
                  <a:srgbClr val="A100FF"/>
                </a:solidFill>
                <a:latin typeface="Graphik" panose="020B0503030202060203" pitchFamily="34" charset="0"/>
              </a:rPr>
              <a:t>Partner Interconnect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7EA5100-4B2B-E49E-5B36-224FE6B099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87253" y="6530905"/>
            <a:ext cx="381001" cy="207843"/>
          </a:xfrm>
        </p:spPr>
        <p:txBody>
          <a:bodyPr/>
          <a:lstStyle/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15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20BD13-0906-7841-AF23-E463CAA73999}"/>
              </a:ext>
            </a:extLst>
          </p:cNvPr>
          <p:cNvSpPr/>
          <p:nvPr/>
        </p:nvSpPr>
        <p:spPr>
          <a:xfrm>
            <a:off x="255077" y="5694571"/>
            <a:ext cx="11632123" cy="60462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Symbol" panose="05050102010706020507" pitchFamily="18" charset="2"/>
              <a:buChar char=""/>
            </a:pPr>
            <a:endParaRPr lang="en-US" sz="1400" dirty="0">
              <a:solidFill>
                <a:srgbClr val="0D0D0D"/>
              </a:solidFill>
              <a:latin typeface="Söhne"/>
            </a:endParaRPr>
          </a:p>
          <a:p>
            <a:pPr marL="342900" indent="-342900" defTabSz="914377" fontAlgn="base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Supports a variety of network protocols</a:t>
            </a:r>
          </a:p>
          <a:p>
            <a:pPr marL="342900" indent="-342900" defTabSz="914377" fontAlgn="base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Cost-effective for high-bandwidth connections</a:t>
            </a:r>
          </a:p>
          <a:p>
            <a:pPr marL="34290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endParaRPr lang="en-US" sz="1400" b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5E02F1-1554-6150-05C4-78B26DEA7EB6}"/>
              </a:ext>
            </a:extLst>
          </p:cNvPr>
          <p:cNvSpPr/>
          <p:nvPr/>
        </p:nvSpPr>
        <p:spPr>
          <a:xfrm>
            <a:off x="293177" y="942340"/>
            <a:ext cx="3746500" cy="46481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B2F149-ED76-564A-DEAF-D3EB10A3F840}"/>
              </a:ext>
            </a:extLst>
          </p:cNvPr>
          <p:cNvSpPr/>
          <p:nvPr/>
        </p:nvSpPr>
        <p:spPr>
          <a:xfrm>
            <a:off x="4217477" y="942340"/>
            <a:ext cx="3746500" cy="46481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85243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84263-AF56-40A9-4A69-DE11E95ED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777" y="350628"/>
            <a:ext cx="11429999" cy="990602"/>
          </a:xfrm>
        </p:spPr>
        <p:txBody>
          <a:bodyPr/>
          <a:lstStyle/>
          <a:p>
            <a:r>
              <a:rPr lang="en-US" dirty="0"/>
              <a:t>Logging and Monitoring 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3896A-83B1-C416-0072-0DB99ED90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511301"/>
            <a:ext cx="3556000" cy="822960"/>
          </a:xfrm>
        </p:spPr>
        <p:txBody>
          <a:bodyPr/>
          <a:lstStyle/>
          <a:p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cases : Enhance app performance, cut costs, and bolster security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D4677-4198-2FC4-DC83-7F981EE52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0" y="2105660"/>
            <a:ext cx="3733800" cy="3456939"/>
          </a:xfrm>
        </p:spPr>
        <p:txBody>
          <a:bodyPr/>
          <a:lstStyle/>
          <a:p>
            <a:pPr marL="342900" lvl="1" indent="-342900" fontAlgn="base">
              <a:buFont typeface="Symbol" panose="05050102010706020507" pitchFamily="18" charset="2"/>
              <a:buChar char=""/>
            </a:pPr>
            <a:r>
              <a:rPr lang="en-US" sz="1400" b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Provides a centralized repository for all </a:t>
            </a:r>
            <a:r>
              <a:rPr lang="en-US" sz="1400" dirty="0">
                <a:solidFill>
                  <a:srgbClr val="0D0D0D"/>
                </a:solidFill>
                <a:latin typeface="Söhne"/>
              </a:rPr>
              <a:t>logs from your Google Cloud projects.</a:t>
            </a:r>
          </a:p>
          <a:p>
            <a:pPr marL="342900" lvl="1" indent="-342900" fontAlgn="base"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D0D0D"/>
                </a:solidFill>
                <a:latin typeface="Söhne"/>
              </a:rPr>
              <a:t>Supports structured logging.</a:t>
            </a:r>
          </a:p>
          <a:p>
            <a:pPr marL="342900" lvl="1" indent="-342900" fontAlgn="base"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D0D0D"/>
                </a:solidFill>
                <a:latin typeface="Söhne"/>
              </a:rPr>
              <a:t>Automatically correlate logs from different sources, such as applications, services, and infrastructure components.</a:t>
            </a:r>
          </a:p>
          <a:p>
            <a:pPr marL="342900" lvl="1" indent="-342900" fontAlgn="base"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D0D0D"/>
                </a:solidFill>
                <a:latin typeface="Söhne"/>
              </a:rPr>
              <a:t>Can create log sinks to export logs to other destinations, such as Cloud Storage, </a:t>
            </a:r>
            <a:r>
              <a:rPr lang="en-US" sz="1400" dirty="0" err="1">
                <a:solidFill>
                  <a:srgbClr val="0D0D0D"/>
                </a:solidFill>
                <a:latin typeface="Söhne"/>
              </a:rPr>
              <a:t>BigQuery</a:t>
            </a:r>
            <a:r>
              <a:rPr lang="en-US" sz="1400" dirty="0">
                <a:solidFill>
                  <a:srgbClr val="0D0D0D"/>
                </a:solidFill>
                <a:latin typeface="Söhne"/>
              </a:rPr>
              <a:t>, or Pub/Sub.</a:t>
            </a:r>
          </a:p>
          <a:p>
            <a:pPr marL="342900" lvl="1" indent="-342900" fontAlgn="base"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D0D0D"/>
                </a:solidFill>
                <a:latin typeface="Söhne"/>
              </a:rPr>
              <a:t>Real-time logging, Log-based metrics, Error reporting and Custom dashboards.</a:t>
            </a:r>
          </a:p>
          <a:p>
            <a:pPr marL="342900" lvl="1" indent="-342900" fontAlgn="base"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D0D0D"/>
                </a:solidFill>
                <a:latin typeface="Söhne"/>
              </a:rPr>
              <a:t>Helps to comply with a variety of regulatory requirements, such as GDPR and HIPAA.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EC4670-F317-994D-7BC1-083DB38FE69F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81000" y="1054101"/>
            <a:ext cx="3556000" cy="457200"/>
          </a:xfrm>
        </p:spPr>
        <p:txBody>
          <a:bodyPr/>
          <a:lstStyle/>
          <a:p>
            <a:r>
              <a:rPr lang="en-US" sz="2400" dirty="0">
                <a:solidFill>
                  <a:srgbClr val="A100FF"/>
                </a:solidFill>
                <a:latin typeface="Graphik" panose="020B0503030202060203" pitchFamily="34" charset="0"/>
              </a:rPr>
              <a:t>Logging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3FD67A-E272-724A-BD10-8950C3D568A2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4318000" y="1511301"/>
            <a:ext cx="3644900" cy="822960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cases : Various Monitoring and Capacity Planning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E390EFF-FB82-3A6C-4420-92C391FCA733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4318000" y="2089206"/>
            <a:ext cx="3467100" cy="2725310"/>
          </a:xfrm>
        </p:spPr>
        <p:txBody>
          <a:bodyPr/>
          <a:lstStyle/>
          <a:p>
            <a:pPr marL="342900" lvl="1" indent="-342900" fontAlgn="base"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D0D0D"/>
                </a:solidFill>
                <a:latin typeface="Söhne"/>
              </a:rPr>
              <a:t>Data collection and analysis for performance and availability</a:t>
            </a:r>
          </a:p>
          <a:p>
            <a:pPr marL="342900" lvl="1" indent="-342900" fontAlgn="base">
              <a:buFont typeface="Symbol" panose="05050102010706020507" pitchFamily="18" charset="2"/>
              <a:buChar char=""/>
            </a:pPr>
            <a:r>
              <a:rPr lang="en-US" sz="1400" b="0" i="0" dirty="0">
                <a:solidFill>
                  <a:srgbClr val="0D0D0D"/>
                </a:solidFill>
                <a:effectLst/>
                <a:latin typeface="Söhne"/>
              </a:rPr>
              <a:t>Centralized monitoring</a:t>
            </a:r>
          </a:p>
          <a:p>
            <a:pPr marL="342900" lvl="1" indent="-342900" fontAlgn="base">
              <a:buFont typeface="Symbol" panose="05050102010706020507" pitchFamily="18" charset="2"/>
              <a:buChar char=""/>
            </a:pPr>
            <a:r>
              <a:rPr lang="en-US" sz="1400" b="0" i="0" dirty="0">
                <a:solidFill>
                  <a:srgbClr val="0D0D0D"/>
                </a:solidFill>
                <a:effectLst/>
                <a:latin typeface="Söhne"/>
              </a:rPr>
              <a:t>Custom dashboards</a:t>
            </a:r>
          </a:p>
          <a:p>
            <a:pPr marL="342900" lvl="1" indent="-342900" fontAlgn="base">
              <a:buFont typeface="Symbol" panose="05050102010706020507" pitchFamily="18" charset="2"/>
              <a:buChar char=""/>
            </a:pPr>
            <a:r>
              <a:rPr lang="en-US" sz="1400" b="0" i="0" dirty="0">
                <a:solidFill>
                  <a:srgbClr val="0D0D0D"/>
                </a:solidFill>
                <a:effectLst/>
                <a:latin typeface="Söhne"/>
              </a:rPr>
              <a:t>Alerting and Trace analysis</a:t>
            </a:r>
          </a:p>
          <a:p>
            <a:pPr marL="342900" lvl="1" indent="-342900" fontAlgn="base">
              <a:buFont typeface="Symbol" panose="05050102010706020507" pitchFamily="18" charset="2"/>
              <a:buChar char=""/>
            </a:pPr>
            <a:r>
              <a:rPr lang="en-US" sz="1400" b="0" i="0" dirty="0">
                <a:solidFill>
                  <a:srgbClr val="0D0D0D"/>
                </a:solidFill>
                <a:effectLst/>
                <a:latin typeface="Söhne"/>
              </a:rPr>
              <a:t>Logging integration</a:t>
            </a:r>
          </a:p>
          <a:p>
            <a:pPr marL="342900" lvl="1" indent="-342900" fontAlgn="base">
              <a:buFont typeface="Symbol" panose="05050102010706020507" pitchFamily="18" charset="2"/>
              <a:buChar char=""/>
            </a:pPr>
            <a:r>
              <a:rPr lang="en-US" sz="1400" b="0" i="0" dirty="0">
                <a:solidFill>
                  <a:srgbClr val="0D0D0D"/>
                </a:solidFill>
                <a:effectLst/>
                <a:latin typeface="Söhne"/>
              </a:rPr>
              <a:t>Uptime checks and Resource monitoring</a:t>
            </a:r>
          </a:p>
          <a:p>
            <a:pPr marL="342900" lvl="1" indent="-342900" fontAlgn="base">
              <a:buFont typeface="Symbol" panose="05050102010706020507" pitchFamily="18" charset="2"/>
              <a:buChar char=""/>
            </a:pPr>
            <a:r>
              <a:rPr lang="en-US" sz="1400" b="0" i="0" dirty="0">
                <a:solidFill>
                  <a:srgbClr val="0D0D0D"/>
                </a:solidFill>
                <a:effectLst/>
                <a:latin typeface="Söhne"/>
              </a:rPr>
              <a:t>Network monitoring</a:t>
            </a:r>
          </a:p>
          <a:p>
            <a:pPr marL="342900" lvl="1" indent="-342900" fontAlgn="base">
              <a:buFont typeface="Symbol" panose="05050102010706020507" pitchFamily="18" charset="2"/>
              <a:buChar char=""/>
            </a:pPr>
            <a:r>
              <a:rPr lang="en-US" sz="1400" b="0" i="0" dirty="0">
                <a:solidFill>
                  <a:srgbClr val="0D0D0D"/>
                </a:solidFill>
                <a:effectLst/>
                <a:latin typeface="Söhne"/>
              </a:rPr>
              <a:t>Error reporting</a:t>
            </a:r>
          </a:p>
          <a:p>
            <a:pPr marL="342900" lvl="1" indent="-342900" fontAlgn="base">
              <a:buFont typeface="Symbol" panose="05050102010706020507" pitchFamily="18" charset="2"/>
              <a:buChar char=""/>
            </a:pPr>
            <a:r>
              <a:rPr lang="en-US" sz="1400" b="0" i="0" dirty="0">
                <a:solidFill>
                  <a:srgbClr val="0D0D0D"/>
                </a:solidFill>
                <a:effectLst/>
                <a:latin typeface="Söhne"/>
              </a:rPr>
              <a:t>Can monitor Service, Container, Application Performance(APM), Log-based, Network and Compliance.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29A00AD-3C95-5D98-086C-63A715CC6697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4328804" y="1066801"/>
            <a:ext cx="3924300" cy="469900"/>
          </a:xfrm>
        </p:spPr>
        <p:txBody>
          <a:bodyPr/>
          <a:lstStyle/>
          <a:p>
            <a:r>
              <a:rPr lang="en-US" dirty="0">
                <a:solidFill>
                  <a:srgbClr val="A100FF"/>
                </a:solidFill>
                <a:latin typeface="Graphik" panose="020B0503030202060203" pitchFamily="34" charset="0"/>
              </a:rPr>
              <a:t>Monitoring </a:t>
            </a:r>
          </a:p>
          <a:p>
            <a:r>
              <a:rPr lang="en-US" dirty="0"/>
              <a:t> 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7EA5100-4B2B-E49E-5B36-224FE6B099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16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AD25F1-4918-A850-6CC1-51B951EBC293}"/>
              </a:ext>
            </a:extLst>
          </p:cNvPr>
          <p:cNvSpPr/>
          <p:nvPr/>
        </p:nvSpPr>
        <p:spPr>
          <a:xfrm>
            <a:off x="266700" y="952501"/>
            <a:ext cx="3746500" cy="46481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20BD13-0906-7841-AF23-E463CAA73999}"/>
              </a:ext>
            </a:extLst>
          </p:cNvPr>
          <p:cNvSpPr/>
          <p:nvPr/>
        </p:nvSpPr>
        <p:spPr>
          <a:xfrm>
            <a:off x="255077" y="5694571"/>
            <a:ext cx="11632123" cy="60462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defTabSz="914377" fontAlgn="base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Centralized platform for managing and analyzing Google Cloud resources.</a:t>
            </a:r>
          </a:p>
          <a:p>
            <a:pPr marL="342900" indent="-342900" defTabSz="914377" fontAlgn="base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Provides insights into system performance, resource utilization, errors, and other key metrics..</a:t>
            </a:r>
            <a:endParaRPr lang="en-US" sz="1400" b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5E02F1-1554-6150-05C4-78B26DEA7EB6}"/>
              </a:ext>
            </a:extLst>
          </p:cNvPr>
          <p:cNvSpPr/>
          <p:nvPr/>
        </p:nvSpPr>
        <p:spPr>
          <a:xfrm>
            <a:off x="4216400" y="965201"/>
            <a:ext cx="3746500" cy="46481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05247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5D705DB-FE44-4FB9-AD07-0C664F4954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9093" y="800101"/>
            <a:ext cx="7997521" cy="3429000"/>
          </a:xfrm>
        </p:spPr>
        <p:txBody>
          <a:bodyPr anchor="b">
            <a:normAutofit/>
          </a:bodyPr>
          <a:lstStyle/>
          <a:p>
            <a:r>
              <a:rPr lang="en-US"/>
              <a:t>Thank You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E54B699-16D8-4BDF-A612-75DFE3D34B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9093" y="4419600"/>
            <a:ext cx="6884561" cy="109284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BFB7F44C-C998-4563-A7B8-6F8873F228B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811000" y="6553200"/>
            <a:ext cx="381000" cy="207963"/>
          </a:xfrm>
        </p:spPr>
        <p:txBody>
          <a:bodyPr/>
          <a:lstStyle/>
          <a:p>
            <a:pPr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defTabSz="228600">
                <a:spcAft>
                  <a:spcPts val="1200"/>
                </a:spcAft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44349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Master">
  <a:themeElements>
    <a:clrScheme name="Custom 1">
      <a:dk1>
        <a:srgbClr val="000000"/>
      </a:dk1>
      <a:lt1>
        <a:srgbClr val="FFFFFF"/>
      </a:lt1>
      <a:dk2>
        <a:srgbClr val="BDBDBD"/>
      </a:dk2>
      <a:lt2>
        <a:srgbClr val="959595"/>
      </a:lt2>
      <a:accent1>
        <a:srgbClr val="00FF00"/>
      </a:accent1>
      <a:accent2>
        <a:srgbClr val="00D600"/>
      </a:accent2>
      <a:accent3>
        <a:srgbClr val="005309"/>
      </a:accent3>
      <a:accent4>
        <a:srgbClr val="BDBDBD"/>
      </a:accent4>
      <a:accent5>
        <a:srgbClr val="959595"/>
      </a:accent5>
      <a:accent6>
        <a:srgbClr val="5A5A5A"/>
      </a:accent6>
      <a:hlink>
        <a:srgbClr val="00D600"/>
      </a:hlink>
      <a:folHlink>
        <a:srgbClr val="005309"/>
      </a:folHlink>
    </a:clrScheme>
    <a:fontScheme name="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LKM_PPT_Course Name_Template" id="{8AD66D50-9E55-4488-A238-A745B68698FC}" vid="{FDDB12F5-A3DF-4DEB-B6BC-72B63CDD83D2}"/>
    </a:ext>
  </a:extLst>
</a:theme>
</file>

<file path=ppt/theme/theme2.xml><?xml version="1.0" encoding="utf-8"?>
<a:theme xmlns:a="http://schemas.openxmlformats.org/drawingml/2006/main" name="Content Layouts">
  <a:themeElements>
    <a:clrScheme name="Accenture MasterBrand">
      <a:dk1>
        <a:sysClr val="windowText" lastClr="000000"/>
      </a:dk1>
      <a:lt1>
        <a:sysClr val="window" lastClr="FFFFFF"/>
      </a:lt1>
      <a:dk2>
        <a:srgbClr val="595959"/>
      </a:dk2>
      <a:lt2>
        <a:srgbClr val="D8D8D8"/>
      </a:lt2>
      <a:accent1>
        <a:srgbClr val="7E00FF"/>
      </a:accent1>
      <a:accent2>
        <a:srgbClr val="FF0000"/>
      </a:accent2>
      <a:accent3>
        <a:srgbClr val="2800FF"/>
      </a:accent3>
      <a:accent4>
        <a:srgbClr val="00BAFF"/>
      </a:accent4>
      <a:accent5>
        <a:srgbClr val="00FF7D"/>
      </a:accent5>
      <a:accent6>
        <a:srgbClr val="FFEA00"/>
      </a:accent6>
      <a:hlink>
        <a:srgbClr val="2800FF"/>
      </a:hlink>
      <a:folHlink>
        <a:srgbClr val="7E00FF"/>
      </a:folHlink>
    </a:clrScheme>
    <a:fontScheme name="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LKM_PPT_Course Name_Template" id="{8AD66D50-9E55-4488-A238-A745B68698FC}" vid="{82B79CEE-4A1B-41A3-BEA8-07360FCCA4A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C5C924767F4848A2B436DDE9C86F6F" ma:contentTypeVersion="11" ma:contentTypeDescription="Create a new document." ma:contentTypeScope="" ma:versionID="9eea261b1479afe87e6ff7c21fe82b92">
  <xsd:schema xmlns:xsd="http://www.w3.org/2001/XMLSchema" xmlns:xs="http://www.w3.org/2001/XMLSchema" xmlns:p="http://schemas.microsoft.com/office/2006/metadata/properties" xmlns:ns2="689d3372-e5f5-4dde-8b41-ae89fb46f502" xmlns:ns3="07903016-4f2b-4030-9f6b-e99d19afb5d6" targetNamespace="http://schemas.microsoft.com/office/2006/metadata/properties" ma:root="true" ma:fieldsID="905ddc1839dcadc017c0709ebea5387c" ns2:_="" ns3:_="">
    <xsd:import namespace="689d3372-e5f5-4dde-8b41-ae89fb46f502"/>
    <xsd:import namespace="07903016-4f2b-4030-9f6b-e99d19afb5d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9d3372-e5f5-4dde-8b41-ae89fb46f50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903016-4f2b-4030-9f6b-e99d19afb5d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07903016-4f2b-4030-9f6b-e99d19afb5d6">
      <UserInfo>
        <DisplayName>Deshpande, Gauri M.</DisplayName>
        <AccountId>159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FECC16AD-5AB1-487F-940F-F019EE4EE2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C732D3F-F74E-44B6-914F-75982FDD98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9d3372-e5f5-4dde-8b41-ae89fb46f502"/>
    <ds:schemaRef ds:uri="07903016-4f2b-4030-9f6b-e99d19afb5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1EDFF0A-8904-42B6-AEB2-7C60372CB2F4}">
  <ds:schemaRefs>
    <ds:schemaRef ds:uri="http://schemas.microsoft.com/office/2006/metadata/properties"/>
    <ds:schemaRef ds:uri="http://schemas.microsoft.com/office/infopath/2007/PartnerControls"/>
    <ds:schemaRef ds:uri="07903016-4f2b-4030-9f6b-e99d19afb5d6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12218</TotalTime>
  <Words>2584</Words>
  <Application>Microsoft Office PowerPoint</Application>
  <PresentationFormat>Widescreen</PresentationFormat>
  <Paragraphs>341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30" baseType="lpstr">
      <vt:lpstr>Arial</vt:lpstr>
      <vt:lpstr>Calibri</vt:lpstr>
      <vt:lpstr>Graphik</vt:lpstr>
      <vt:lpstr>Graphik Regular</vt:lpstr>
      <vt:lpstr>GT Sectra Fine</vt:lpstr>
      <vt:lpstr>Palatino Linotype</vt:lpstr>
      <vt:lpstr>Roboto</vt:lpstr>
      <vt:lpstr>Söhne</vt:lpstr>
      <vt:lpstr>Symbol</vt:lpstr>
      <vt:lpstr>System Font</vt:lpstr>
      <vt:lpstr>Times New Roman</vt:lpstr>
      <vt:lpstr>Title Master</vt:lpstr>
      <vt:lpstr>Content Layouts</vt:lpstr>
      <vt:lpstr>GCP – CDL - Cheat Sheet</vt:lpstr>
      <vt:lpstr>Compute</vt:lpstr>
      <vt:lpstr>Compute</vt:lpstr>
      <vt:lpstr>Serverless </vt:lpstr>
      <vt:lpstr>Serverless</vt:lpstr>
      <vt:lpstr>Database - Relational</vt:lpstr>
      <vt:lpstr>Database – No-SQL</vt:lpstr>
      <vt:lpstr>Analytical Service </vt:lpstr>
      <vt:lpstr>Data Pipeline</vt:lpstr>
      <vt:lpstr>Storage</vt:lpstr>
      <vt:lpstr>Security Services</vt:lpstr>
      <vt:lpstr>Security Services</vt:lpstr>
      <vt:lpstr>Security Services</vt:lpstr>
      <vt:lpstr>Network </vt:lpstr>
      <vt:lpstr>Network </vt:lpstr>
      <vt:lpstr>Logging and Monitoring 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Designing Data Solutions for GCP</dc:title>
  <dc:creator>Joshi, Prachi R.</dc:creator>
  <cp:lastModifiedBy>Chandra Sekar, Shakila</cp:lastModifiedBy>
  <cp:revision>32</cp:revision>
  <dcterms:created xsi:type="dcterms:W3CDTF">2021-02-08T14:43:37Z</dcterms:created>
  <dcterms:modified xsi:type="dcterms:W3CDTF">2024-12-17T12:59:04Z</dcterms:modified>
</cp:coreProperties>
</file>